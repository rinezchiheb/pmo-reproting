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4" r:id="rId2"/>
  </p:sldMasterIdLst>
  <p:notesMasterIdLst>
    <p:notesMasterId r:id="rId12"/>
  </p:notesMasterIdLst>
  <p:sldIdLst/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D973"/>
    <a:srgbClr val="047417"/>
    <a:srgbClr val="C0E6F5"/>
    <a:srgbClr val="C1F0C8"/>
    <a:srgbClr val="F5FFAF"/>
    <a:srgbClr val="EADCF4"/>
    <a:srgbClr val="FBE2D5"/>
    <a:srgbClr val="FFB3B3"/>
    <a:srgbClr val="47E68B"/>
    <a:srgbClr val="86D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004CD-67A5-4E4C-9642-B83E36D58981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F3223-BF82-4214-B241-E33D937706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583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4.emf"/><Relationship Id="rId6" Type="http://schemas.openxmlformats.org/officeDocument/2006/relationships/image" Target="../media/image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5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5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microsoft.com/office/2007/relationships/hdphoto" Target="../media/hdphoto2.wdp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4.pn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1BDD11F-A258-294A-AF25-103C59B220EB}"/>
              </a:ext>
            </a:extLst>
          </p:cNvPr>
          <p:cNvSpPr/>
          <p:nvPr userDrawn="1"/>
        </p:nvSpPr>
        <p:spPr>
          <a:xfrm>
            <a:off x="0" y="6199322"/>
            <a:ext cx="12192000" cy="658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BB2AB0DF-6921-7941-82E6-E29B2DDD9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5881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gradFill flip="none" rotWithShape="1">
          <a:gsLst>
            <a:gs pos="17000">
              <a:schemeClr val="bg1"/>
            </a:gs>
            <a:gs pos="38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1BDD11F-A258-294A-AF25-103C59B220EB}"/>
              </a:ext>
            </a:extLst>
          </p:cNvPr>
          <p:cNvSpPr/>
          <p:nvPr userDrawn="1"/>
        </p:nvSpPr>
        <p:spPr>
          <a:xfrm>
            <a:off x="0" y="6199322"/>
            <a:ext cx="12192000" cy="658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BB2AB0DF-6921-7941-82E6-E29B2DDD9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ACD8F3-6E7C-5D6E-B607-D7C2B1DB92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879" b="31595"/>
          <a:stretch/>
        </p:blipFill>
        <p:spPr>
          <a:xfrm>
            <a:off x="63018" y="6501371"/>
            <a:ext cx="1085157" cy="3124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B4F9C8-56DA-2CE7-5A71-B74312546A28}"/>
              </a:ext>
            </a:extLst>
          </p:cNvPr>
          <p:cNvSpPr txBox="1"/>
          <p:nvPr userDrawn="1"/>
        </p:nvSpPr>
        <p:spPr>
          <a:xfrm>
            <a:off x="11012417" y="6583873"/>
            <a:ext cx="617401" cy="23782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900" spc="3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PAGE</a:t>
            </a:r>
            <a:r>
              <a:rPr lang="en-US" sz="900" spc="300">
                <a:solidFill>
                  <a:srgbClr val="00D975"/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\\</a:t>
            </a:r>
            <a:endParaRPr lang="id-ID" sz="900" spc="300">
              <a:solidFill>
                <a:srgbClr val="00D975"/>
              </a:solidFill>
              <a:latin typeface="Corbel" panose="020B0503020204020204" pitchFamily="34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222442-C779-B249-415F-5263F039AE78}"/>
              </a:ext>
            </a:extLst>
          </p:cNvPr>
          <p:cNvSpPr/>
          <p:nvPr userDrawn="1"/>
        </p:nvSpPr>
        <p:spPr>
          <a:xfrm>
            <a:off x="8603433" y="6612364"/>
            <a:ext cx="217719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Exclusive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property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of be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ys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 \  Reproduction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prohibited</a:t>
            </a:r>
            <a:endParaRPr lang="fr-FR" sz="700">
              <a:solidFill>
                <a:schemeClr val="bg1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AA42851A-FA29-0AD5-E9B3-40622353F268}"/>
              </a:ext>
            </a:extLst>
          </p:cNvPr>
          <p:cNvSpPr txBox="1">
            <a:spLocks/>
          </p:cNvSpPr>
          <p:nvPr userDrawn="1"/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1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cxnSp>
        <p:nvCxnSpPr>
          <p:cNvPr id="7" name="Conector recto 35">
            <a:extLst>
              <a:ext uri="{FF2B5EF4-FFF2-40B4-BE49-F238E27FC236}">
                <a16:creationId xmlns:a16="http://schemas.microsoft.com/office/drawing/2014/main" id="{582EC541-D477-15F5-915A-10B7A2F8894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46369"/>
            <a:ext cx="12192000" cy="0"/>
          </a:xfrm>
          <a:prstGeom prst="line">
            <a:avLst/>
          </a:prstGeom>
          <a:ln>
            <a:solidFill>
              <a:srgbClr val="D1C6A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75928DD5-37D1-5E96-CBFB-8DF4C10F53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51701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31F47FD-04F2-2C79-B5F6-569754803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A2C745F0-CA3F-5FFD-BAC0-CFB919490479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48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1DBC7E2-B4E2-8E9A-8837-2828AE8C5C69}"/>
              </a:ext>
            </a:extLst>
          </p:cNvPr>
          <p:cNvSpPr txBox="1">
            <a:spLocks/>
          </p:cNvSpPr>
          <p:nvPr userDrawn="1"/>
        </p:nvSpPr>
        <p:spPr>
          <a:xfrm>
            <a:off x="5100638" y="6583332"/>
            <a:ext cx="1990725" cy="244502"/>
          </a:xfrm>
          <a:prstGeom prst="rect">
            <a:avLst/>
          </a:prstGeom>
        </p:spPr>
        <p:txBody>
          <a:bodyPr anchor="ctr"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60754" rtl="0" eaLnBrk="1" fontAlgn="auto" latinLnBrk="0" hangingPunct="1">
              <a:lnSpc>
                <a:spcPct val="100000"/>
              </a:lnSpc>
              <a:spcBef>
                <a:spcPts val="159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0" i="0" u="none" strike="noStrike" kern="1200" cap="none" spc="30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CONFIDENTIEL</a:t>
            </a:r>
            <a:endParaRPr kumimoji="0" lang="en-US" sz="900" b="0" i="0" u="none" strike="noStrike" kern="1200" cap="none" spc="30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>
                <a:outerShdw blurRad="1270000" dist="469900" dir="5400000" sx="84000" sy="84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4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613BB324-CC4F-423A-A5A8-19E5812B10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B36F9953-9949-3048-B831-DE3ADBD98CA7}"/>
              </a:ext>
            </a:extLst>
          </p:cNvPr>
          <p:cNvSpPr txBox="1"/>
          <p:nvPr userDrawn="1"/>
        </p:nvSpPr>
        <p:spPr>
          <a:xfrm>
            <a:off x="11012417" y="6583873"/>
            <a:ext cx="617401" cy="23782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900" spc="3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PAGE</a:t>
            </a:r>
            <a:r>
              <a:rPr lang="en-US" sz="900" spc="300">
                <a:solidFill>
                  <a:srgbClr val="00D975"/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\\</a:t>
            </a:r>
            <a:endParaRPr lang="id-ID" sz="900" spc="300">
              <a:solidFill>
                <a:srgbClr val="00D975"/>
              </a:solidFill>
              <a:latin typeface="Corbel" panose="020B0503020204020204" pitchFamily="34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6215B92-2D75-2243-B32C-B50A1E7126A3}"/>
              </a:ext>
            </a:extLst>
          </p:cNvPr>
          <p:cNvSpPr/>
          <p:nvPr userDrawn="1"/>
        </p:nvSpPr>
        <p:spPr>
          <a:xfrm>
            <a:off x="8603433" y="6612364"/>
            <a:ext cx="217719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Exclusive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property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of be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ys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 \  Reproduction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prohibited</a:t>
            </a:r>
            <a:endParaRPr lang="fr-FR" sz="700">
              <a:solidFill>
                <a:schemeClr val="bg1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44528877-49A4-544E-964C-43D8B6AEFCE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8969" y="6165435"/>
            <a:ext cx="1140396" cy="855297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8BCC9AD-CA58-5442-9325-DA8370791225}"/>
              </a:ext>
            </a:extLst>
          </p:cNvPr>
          <p:cNvCxnSpPr>
            <a:cxnSpLocks/>
          </p:cNvCxnSpPr>
          <p:nvPr userDrawn="1"/>
        </p:nvCxnSpPr>
        <p:spPr>
          <a:xfrm>
            <a:off x="596685" y="6561609"/>
            <a:ext cx="1159531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Marcador de número de diapositiva 1">
            <a:extLst>
              <a:ext uri="{FF2B5EF4-FFF2-40B4-BE49-F238E27FC236}">
                <a16:creationId xmlns:a16="http://schemas.microsoft.com/office/drawing/2014/main" id="{C7E62816-CAB5-CA4F-9CE6-D89BF71D0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8274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45D0DE0C-C43B-F44D-B2E0-24D5F38225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Index</a:t>
            </a:r>
            <a:endParaRPr lang="es-E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5049861-C492-0749-9D4C-C8BD702BCF97}"/>
              </a:ext>
            </a:extLst>
          </p:cNvPr>
          <p:cNvCxnSpPr>
            <a:cxnSpLocks/>
          </p:cNvCxnSpPr>
          <p:nvPr userDrawn="1"/>
        </p:nvCxnSpPr>
        <p:spPr>
          <a:xfrm>
            <a:off x="918531" y="745438"/>
            <a:ext cx="11273469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95FEF63F-1036-1A48-8675-1E462A72F1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34007" y="1417702"/>
            <a:ext cx="5181600" cy="459563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Content A……………………….. </a:t>
            </a:r>
            <a:r>
              <a:rPr lang="es-ES" err="1"/>
              <a:t>pag.X</a:t>
            </a:r>
            <a:endParaRPr lang="es-ES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Content B……………………….. </a:t>
            </a:r>
            <a:r>
              <a:rPr lang="es-ES" err="1"/>
              <a:t>pag.X</a:t>
            </a:r>
            <a:endParaRPr lang="es-ES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Content C……………………….. </a:t>
            </a:r>
            <a:r>
              <a:rPr lang="es-ES" err="1"/>
              <a:t>pag.X</a:t>
            </a:r>
            <a:endParaRPr lang="es-ES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Content D……………………….. </a:t>
            </a:r>
            <a:r>
              <a:rPr lang="es-ES" err="1"/>
              <a:t>pag.X</a:t>
            </a:r>
            <a:endParaRPr lang="es-ES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Content E……………………….. </a:t>
            </a:r>
            <a:r>
              <a:rPr lang="es-ES" err="1"/>
              <a:t>pag.X</a:t>
            </a:r>
            <a:endParaRPr lang="es-ES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Content F……………………….. </a:t>
            </a:r>
            <a:r>
              <a:rPr lang="es-ES" err="1"/>
              <a:t>pag.X</a:t>
            </a:r>
            <a:endParaRPr lang="es-ES"/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497553FD-19D2-374E-B71A-A8443075514F}"/>
              </a:ext>
            </a:extLst>
          </p:cNvPr>
          <p:cNvGrpSpPr/>
          <p:nvPr userDrawn="1"/>
        </p:nvGrpSpPr>
        <p:grpSpPr>
          <a:xfrm>
            <a:off x="-961916" y="1090433"/>
            <a:ext cx="6230750" cy="5751597"/>
            <a:chOff x="524169" y="1662558"/>
            <a:chExt cx="4957762" cy="4651375"/>
          </a:xfrm>
        </p:grpSpPr>
        <p:pic>
          <p:nvPicPr>
            <p:cNvPr id="16" name="Picture 10">
              <a:extLst>
                <a:ext uri="{FF2B5EF4-FFF2-40B4-BE49-F238E27FC236}">
                  <a16:creationId xmlns:a16="http://schemas.microsoft.com/office/drawing/2014/main" id="{6C7AA453-D38C-2749-80C1-4281F6F30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169" y="1662558"/>
              <a:ext cx="4957762" cy="4651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id="{875BFE73-5645-094F-8CEF-0C4B64606D05}"/>
                </a:ext>
              </a:extLst>
            </p:cNvPr>
            <p:cNvSpPr/>
            <p:nvPr/>
          </p:nvSpPr>
          <p:spPr>
            <a:xfrm>
              <a:off x="1062105" y="2272553"/>
              <a:ext cx="4020884" cy="22725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B5DA806-1B4A-3948-A788-717F0B2D59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5856" y="1844714"/>
            <a:ext cx="5053313" cy="28100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3" name="Marcador de número de diapositiva 1">
            <a:extLst>
              <a:ext uri="{FF2B5EF4-FFF2-40B4-BE49-F238E27FC236}">
                <a16:creationId xmlns:a16="http://schemas.microsoft.com/office/drawing/2014/main" id="{7EC179A2-4EB0-AD40-9F63-BE7062871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244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D2573FB-43A6-49F7-8AF4-B12C51A9CD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19200"/>
            <a:ext cx="12192000" cy="44196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B8F89C6-3EA1-5343-8B85-872F43097E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863322"/>
            <a:ext cx="7058186" cy="307288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48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Section</a:t>
            </a:r>
            <a:r>
              <a:rPr lang="es-ES"/>
              <a:t> </a:t>
            </a:r>
            <a:r>
              <a:rPr lang="es-ES" err="1"/>
              <a:t>Title</a:t>
            </a:r>
            <a:r>
              <a:rPr lang="es-ES"/>
              <a:t> v1</a:t>
            </a:r>
          </a:p>
        </p:txBody>
      </p:sp>
      <p:sp>
        <p:nvSpPr>
          <p:cNvPr id="7" name="Marcador de número de diapositiva 1">
            <a:extLst>
              <a:ext uri="{FF2B5EF4-FFF2-40B4-BE49-F238E27FC236}">
                <a16:creationId xmlns:a16="http://schemas.microsoft.com/office/drawing/2014/main" id="{FD8DE6AC-A80B-EA4E-B937-05452B2CD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7345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1E2670E-C754-8C4F-B3F9-BA5733652322}"/>
              </a:ext>
            </a:extLst>
          </p:cNvPr>
          <p:cNvSpPr/>
          <p:nvPr userDrawn="1"/>
        </p:nvSpPr>
        <p:spPr>
          <a:xfrm>
            <a:off x="534692" y="6393052"/>
            <a:ext cx="11657308" cy="233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Фигура">
            <a:extLst>
              <a:ext uri="{FF2B5EF4-FFF2-40B4-BE49-F238E27FC236}">
                <a16:creationId xmlns:a16="http://schemas.microsoft.com/office/drawing/2014/main" id="{93DA31AF-0C75-4A4A-9B34-296F6697D100}"/>
              </a:ext>
            </a:extLst>
          </p:cNvPr>
          <p:cNvSpPr/>
          <p:nvPr userDrawn="1"/>
        </p:nvSpPr>
        <p:spPr>
          <a:xfrm rot="5400000">
            <a:off x="1443633" y="-1225451"/>
            <a:ext cx="3472459" cy="3441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08"/>
                </a:lnTo>
                <a:lnTo>
                  <a:pt x="602" y="0"/>
                </a:lnTo>
                <a:lnTo>
                  <a:pt x="0" y="0"/>
                </a:lnTo>
                <a:close/>
                <a:moveTo>
                  <a:pt x="1744" y="0"/>
                </a:moveTo>
                <a:lnTo>
                  <a:pt x="0" y="1760"/>
                </a:lnTo>
                <a:lnTo>
                  <a:pt x="0" y="2963"/>
                </a:lnTo>
                <a:lnTo>
                  <a:pt x="2937" y="0"/>
                </a:lnTo>
                <a:lnTo>
                  <a:pt x="1744" y="0"/>
                </a:lnTo>
                <a:close/>
                <a:moveTo>
                  <a:pt x="4078" y="0"/>
                </a:moveTo>
                <a:lnTo>
                  <a:pt x="0" y="4115"/>
                </a:lnTo>
                <a:lnTo>
                  <a:pt x="0" y="5319"/>
                </a:lnTo>
                <a:lnTo>
                  <a:pt x="5272" y="0"/>
                </a:lnTo>
                <a:lnTo>
                  <a:pt x="4078" y="0"/>
                </a:lnTo>
                <a:close/>
                <a:moveTo>
                  <a:pt x="6412" y="0"/>
                </a:moveTo>
                <a:lnTo>
                  <a:pt x="0" y="6470"/>
                </a:lnTo>
                <a:lnTo>
                  <a:pt x="0" y="7675"/>
                </a:lnTo>
                <a:lnTo>
                  <a:pt x="7606" y="0"/>
                </a:lnTo>
                <a:lnTo>
                  <a:pt x="6412" y="0"/>
                </a:lnTo>
                <a:close/>
                <a:moveTo>
                  <a:pt x="8748" y="0"/>
                </a:moveTo>
                <a:lnTo>
                  <a:pt x="0" y="8827"/>
                </a:lnTo>
                <a:lnTo>
                  <a:pt x="0" y="10030"/>
                </a:lnTo>
                <a:lnTo>
                  <a:pt x="9940" y="0"/>
                </a:lnTo>
                <a:lnTo>
                  <a:pt x="8748" y="0"/>
                </a:lnTo>
                <a:close/>
                <a:moveTo>
                  <a:pt x="11082" y="0"/>
                </a:moveTo>
                <a:lnTo>
                  <a:pt x="0" y="11182"/>
                </a:lnTo>
                <a:lnTo>
                  <a:pt x="0" y="12386"/>
                </a:lnTo>
                <a:lnTo>
                  <a:pt x="12276" y="0"/>
                </a:lnTo>
                <a:lnTo>
                  <a:pt x="11082" y="0"/>
                </a:lnTo>
                <a:close/>
                <a:moveTo>
                  <a:pt x="13416" y="0"/>
                </a:moveTo>
                <a:lnTo>
                  <a:pt x="0" y="13537"/>
                </a:lnTo>
                <a:lnTo>
                  <a:pt x="0" y="14741"/>
                </a:lnTo>
                <a:lnTo>
                  <a:pt x="14610" y="0"/>
                </a:lnTo>
                <a:lnTo>
                  <a:pt x="13416" y="0"/>
                </a:lnTo>
                <a:close/>
                <a:moveTo>
                  <a:pt x="15752" y="0"/>
                </a:moveTo>
                <a:lnTo>
                  <a:pt x="0" y="15893"/>
                </a:lnTo>
                <a:lnTo>
                  <a:pt x="0" y="17096"/>
                </a:lnTo>
                <a:lnTo>
                  <a:pt x="16944" y="0"/>
                </a:lnTo>
                <a:lnTo>
                  <a:pt x="15752" y="0"/>
                </a:lnTo>
                <a:close/>
                <a:moveTo>
                  <a:pt x="18086" y="0"/>
                </a:moveTo>
                <a:lnTo>
                  <a:pt x="0" y="18248"/>
                </a:lnTo>
                <a:lnTo>
                  <a:pt x="0" y="19453"/>
                </a:lnTo>
                <a:lnTo>
                  <a:pt x="19279" y="0"/>
                </a:lnTo>
                <a:lnTo>
                  <a:pt x="18086" y="0"/>
                </a:lnTo>
                <a:close/>
                <a:moveTo>
                  <a:pt x="20420" y="0"/>
                </a:moveTo>
                <a:lnTo>
                  <a:pt x="0" y="20602"/>
                </a:lnTo>
                <a:lnTo>
                  <a:pt x="0" y="21600"/>
                </a:lnTo>
                <a:lnTo>
                  <a:pt x="206" y="21600"/>
                </a:lnTo>
                <a:lnTo>
                  <a:pt x="21600" y="14"/>
                </a:lnTo>
                <a:lnTo>
                  <a:pt x="21600" y="0"/>
                </a:lnTo>
                <a:lnTo>
                  <a:pt x="20420" y="0"/>
                </a:lnTo>
                <a:close/>
                <a:moveTo>
                  <a:pt x="21600" y="1166"/>
                </a:moveTo>
                <a:lnTo>
                  <a:pt x="1348" y="21600"/>
                </a:lnTo>
                <a:lnTo>
                  <a:pt x="2540" y="21600"/>
                </a:lnTo>
                <a:lnTo>
                  <a:pt x="21600" y="2369"/>
                </a:lnTo>
                <a:lnTo>
                  <a:pt x="21600" y="1166"/>
                </a:lnTo>
                <a:close/>
                <a:moveTo>
                  <a:pt x="21600" y="3521"/>
                </a:moveTo>
                <a:lnTo>
                  <a:pt x="3682" y="21600"/>
                </a:lnTo>
                <a:lnTo>
                  <a:pt x="4876" y="21600"/>
                </a:lnTo>
                <a:lnTo>
                  <a:pt x="21600" y="4725"/>
                </a:lnTo>
                <a:lnTo>
                  <a:pt x="21600" y="3521"/>
                </a:lnTo>
                <a:close/>
                <a:moveTo>
                  <a:pt x="21600" y="5875"/>
                </a:moveTo>
                <a:lnTo>
                  <a:pt x="6015" y="21600"/>
                </a:lnTo>
                <a:lnTo>
                  <a:pt x="7210" y="21600"/>
                </a:lnTo>
                <a:lnTo>
                  <a:pt x="21600" y="7080"/>
                </a:lnTo>
                <a:lnTo>
                  <a:pt x="21600" y="5875"/>
                </a:lnTo>
                <a:close/>
                <a:moveTo>
                  <a:pt x="21600" y="8232"/>
                </a:moveTo>
                <a:lnTo>
                  <a:pt x="8352" y="21600"/>
                </a:lnTo>
                <a:lnTo>
                  <a:pt x="9543" y="21600"/>
                </a:lnTo>
                <a:lnTo>
                  <a:pt x="21600" y="9436"/>
                </a:lnTo>
                <a:lnTo>
                  <a:pt x="21600" y="8232"/>
                </a:lnTo>
                <a:close/>
                <a:moveTo>
                  <a:pt x="21600" y="10586"/>
                </a:moveTo>
                <a:lnTo>
                  <a:pt x="10685" y="21600"/>
                </a:lnTo>
                <a:lnTo>
                  <a:pt x="11879" y="21600"/>
                </a:lnTo>
                <a:lnTo>
                  <a:pt x="21600" y="11792"/>
                </a:lnTo>
                <a:lnTo>
                  <a:pt x="21600" y="10586"/>
                </a:lnTo>
                <a:close/>
                <a:moveTo>
                  <a:pt x="21600" y="12942"/>
                </a:moveTo>
                <a:lnTo>
                  <a:pt x="13019" y="21600"/>
                </a:lnTo>
                <a:lnTo>
                  <a:pt x="14212" y="21600"/>
                </a:lnTo>
                <a:lnTo>
                  <a:pt x="21600" y="14146"/>
                </a:lnTo>
                <a:lnTo>
                  <a:pt x="21600" y="12942"/>
                </a:lnTo>
                <a:close/>
                <a:moveTo>
                  <a:pt x="21600" y="15298"/>
                </a:moveTo>
                <a:lnTo>
                  <a:pt x="15354" y="21600"/>
                </a:lnTo>
                <a:lnTo>
                  <a:pt x="16547" y="21600"/>
                </a:lnTo>
                <a:lnTo>
                  <a:pt x="21600" y="16501"/>
                </a:lnTo>
                <a:lnTo>
                  <a:pt x="21600" y="15298"/>
                </a:lnTo>
                <a:close/>
                <a:moveTo>
                  <a:pt x="21600" y="17653"/>
                </a:moveTo>
                <a:lnTo>
                  <a:pt x="17688" y="21600"/>
                </a:lnTo>
                <a:lnTo>
                  <a:pt x="18883" y="21600"/>
                </a:lnTo>
                <a:lnTo>
                  <a:pt x="21600" y="18859"/>
                </a:lnTo>
                <a:lnTo>
                  <a:pt x="21600" y="17653"/>
                </a:lnTo>
                <a:close/>
                <a:moveTo>
                  <a:pt x="21600" y="20008"/>
                </a:moveTo>
                <a:lnTo>
                  <a:pt x="20022" y="21600"/>
                </a:lnTo>
                <a:lnTo>
                  <a:pt x="21216" y="21600"/>
                </a:lnTo>
                <a:lnTo>
                  <a:pt x="21600" y="21213"/>
                </a:lnTo>
                <a:lnTo>
                  <a:pt x="21600" y="20008"/>
                </a:lnTo>
                <a:close/>
              </a:path>
            </a:pathLst>
          </a:custGeom>
          <a:solidFill>
            <a:srgbClr val="E0DFE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B6AFF80-ADD6-414B-9FD5-9D1CAA69C8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44060" y="2471047"/>
            <a:ext cx="6615059" cy="151200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Section</a:t>
            </a:r>
            <a:r>
              <a:rPr lang="es-ES"/>
              <a:t> </a:t>
            </a:r>
            <a:r>
              <a:rPr lang="es-ES" err="1"/>
              <a:t>Title</a:t>
            </a:r>
            <a:r>
              <a:rPr lang="es-ES"/>
              <a:t> v2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DEA8BB1F-443C-544D-A96D-34ED724B7B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51808" y="4240670"/>
            <a:ext cx="10747940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85645D5-35EA-8749-8C5D-C225DBEDD269}"/>
              </a:ext>
            </a:extLst>
          </p:cNvPr>
          <p:cNvCxnSpPr>
            <a:cxnSpLocks/>
          </p:cNvCxnSpPr>
          <p:nvPr userDrawn="1"/>
        </p:nvCxnSpPr>
        <p:spPr>
          <a:xfrm>
            <a:off x="1451808" y="4111862"/>
            <a:ext cx="1074794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B3B48A45-A58C-E24C-9CC2-B182570AD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2386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613BB324-CC4F-423A-A5A8-19E5812B10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52702C35-8607-BE4E-97B7-78E1F8326445}"/>
              </a:ext>
            </a:extLst>
          </p:cNvPr>
          <p:cNvGrpSpPr/>
          <p:nvPr userDrawn="1"/>
        </p:nvGrpSpPr>
        <p:grpSpPr>
          <a:xfrm>
            <a:off x="-278969" y="6165435"/>
            <a:ext cx="12470969" cy="855297"/>
            <a:chOff x="-278969" y="6165435"/>
            <a:chExt cx="12470969" cy="855297"/>
          </a:xfrm>
        </p:grpSpPr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CFF316AE-5F78-D44D-AB83-14F7E8AC4794}"/>
                </a:ext>
              </a:extLst>
            </p:cNvPr>
            <p:cNvSpPr txBox="1"/>
            <p:nvPr userDrawn="1"/>
          </p:nvSpPr>
          <p:spPr>
            <a:xfrm>
              <a:off x="11012417" y="6583873"/>
              <a:ext cx="617401" cy="23782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l"/>
              <a:r>
                <a:rPr lang="en-US" sz="900" spc="3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  <a:ea typeface="Roboto Condensed" panose="02000000000000000000" pitchFamily="2" charset="0"/>
                  <a:cs typeface="Segoe UI" panose="020B0502040204020203" pitchFamily="34" charset="0"/>
                </a:rPr>
                <a:t>PAGE</a:t>
              </a:r>
              <a:r>
                <a:rPr lang="en-US" sz="900" spc="300">
                  <a:solidFill>
                    <a:srgbClr val="00D975"/>
                  </a:solidFill>
                  <a:latin typeface="Corbel" panose="020B0503020204020204" pitchFamily="34" charset="0"/>
                  <a:ea typeface="Roboto Condensed" panose="02000000000000000000" pitchFamily="2" charset="0"/>
                  <a:cs typeface="Segoe UI" panose="020B0502040204020203" pitchFamily="34" charset="0"/>
                </a:rPr>
                <a:t>\\</a:t>
              </a:r>
              <a:endParaRPr lang="id-ID" sz="900" spc="300">
                <a:solidFill>
                  <a:srgbClr val="00D975"/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AEAC4F58-0647-1B48-A55E-9B5D3A24EE63}"/>
                </a:ext>
              </a:extLst>
            </p:cNvPr>
            <p:cNvSpPr/>
            <p:nvPr userDrawn="1"/>
          </p:nvSpPr>
          <p:spPr>
            <a:xfrm>
              <a:off x="8603433" y="6612364"/>
              <a:ext cx="2177198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Exclusive </a:t>
              </a:r>
              <a:r>
                <a:rPr lang="fr-FR" sz="700" err="1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property</a:t>
              </a:r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 of be </a:t>
              </a:r>
              <a:r>
                <a:rPr lang="fr-FR" sz="700" err="1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ys</a:t>
              </a:r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  \  Reproduction </a:t>
              </a:r>
              <a:r>
                <a:rPr lang="fr-FR" sz="700" err="1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prohibited</a:t>
              </a:r>
              <a:endPara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endParaRPr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CEBE3106-F48D-8842-9E5B-C702F63EF2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278969" y="6165435"/>
              <a:ext cx="1140396" cy="855297"/>
            </a:xfrm>
            <a:prstGeom prst="rect">
              <a:avLst/>
            </a:prstGeom>
          </p:spPr>
        </p:pic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71E63893-E40C-B846-B8EC-9F0B9397A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6685" y="6561609"/>
              <a:ext cx="11595315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" name="Marcador de número de diapositiva 1">
            <a:extLst>
              <a:ext uri="{FF2B5EF4-FFF2-40B4-BE49-F238E27FC236}">
                <a16:creationId xmlns:a16="http://schemas.microsoft.com/office/drawing/2014/main" id="{5712E398-0D99-1741-8A8A-13F8A822F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3483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1">
            <a:extLst>
              <a:ext uri="{FF2B5EF4-FFF2-40B4-BE49-F238E27FC236}">
                <a16:creationId xmlns:a16="http://schemas.microsoft.com/office/drawing/2014/main" id="{3B2A109D-685F-4B47-9F8D-A54F8CAB2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209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50F038A-3B94-4DA1-95B3-9860D12B05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89891" y="2101457"/>
            <a:ext cx="3104982" cy="3104982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3104982 h 3104982"/>
              <a:gd name="connsiteX2" fmla="*/ 0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3104982"/>
                </a:lnTo>
                <a:lnTo>
                  <a:pt x="0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1771244-C33E-4509-9779-593317B0FB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89891" y="1651561"/>
            <a:ext cx="3104982" cy="3104982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0 h 3104982"/>
              <a:gd name="connsiteX2" fmla="*/ 3104982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0"/>
                </a:lnTo>
                <a:lnTo>
                  <a:pt x="3104982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00CF50E4-694C-1C41-B941-A4F0C44B2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587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6F8D5-22CB-484E-B1C3-CD0DAD47DA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34000" y="0"/>
            <a:ext cx="6858000" cy="6858000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0 h 3104982"/>
              <a:gd name="connsiteX2" fmla="*/ 3104982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0"/>
                </a:lnTo>
                <a:lnTo>
                  <a:pt x="3104982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4EC0630-77CE-584F-80A6-478878A18D4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E9A05CB-F1F7-BA4C-927B-44D41A84C4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1A97EF81-E99F-304D-AB2D-3487AE2AAA93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48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3D0648A-97AE-AD47-B133-F8CEFF02FEDF}"/>
              </a:ext>
            </a:extLst>
          </p:cNvPr>
          <p:cNvCxnSpPr>
            <a:cxnSpLocks/>
          </p:cNvCxnSpPr>
          <p:nvPr userDrawn="1"/>
        </p:nvCxnSpPr>
        <p:spPr>
          <a:xfrm>
            <a:off x="918531" y="745438"/>
            <a:ext cx="788734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49043D70-895C-B341-B87D-5A6740719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257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E9DE5F-2189-441B-86FD-930B094062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51478" y="0"/>
            <a:ext cx="9558219" cy="4779110"/>
          </a:xfrm>
          <a:custGeom>
            <a:avLst/>
            <a:gdLst>
              <a:gd name="connsiteX0" fmla="*/ 0 w 9558219"/>
              <a:gd name="connsiteY0" fmla="*/ 0 h 4779110"/>
              <a:gd name="connsiteX1" fmla="*/ 9558219 w 9558219"/>
              <a:gd name="connsiteY1" fmla="*/ 0 h 4779110"/>
              <a:gd name="connsiteX2" fmla="*/ 4779109 w 9558219"/>
              <a:gd name="connsiteY2" fmla="*/ 4779110 h 477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8219" h="4779110">
                <a:moveTo>
                  <a:pt x="0" y="0"/>
                </a:moveTo>
                <a:lnTo>
                  <a:pt x="9558219" y="0"/>
                </a:lnTo>
                <a:lnTo>
                  <a:pt x="4779109" y="4779110"/>
                </a:lnTo>
                <a:close/>
              </a:path>
            </a:pathLst>
          </a:custGeom>
          <a:solidFill>
            <a:schemeClr val="bg1">
              <a:lumMod val="95000"/>
              <a:alpha val="17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788699-DF8A-BB42-BB4C-59E5FA13E52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D09AEE0-D7A3-1F45-9F5E-E6D3C7BE17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2D1FE3C6-D35C-F741-81C4-91AD68731231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48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CA51FFB-54C4-0146-BECD-60E6F74CCB68}"/>
              </a:ext>
            </a:extLst>
          </p:cNvPr>
          <p:cNvCxnSpPr>
            <a:cxnSpLocks/>
          </p:cNvCxnSpPr>
          <p:nvPr userDrawn="1"/>
        </p:nvCxnSpPr>
        <p:spPr>
          <a:xfrm>
            <a:off x="918531" y="745438"/>
            <a:ext cx="788734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5738EFFF-FB58-F44E-A847-90FCD3FB9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982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61970D6-E71D-4F1E-80FA-64C7BBBAB3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903094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0019BBA8-A576-9E4B-B51A-132D971D8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7824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885DCD30-DF58-4645-807E-4FEBED5E73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4888" y="240030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839AA77-EC61-4092-AE53-B37589377E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9816" y="240030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23DD051-3FED-4C37-A383-069C826BD8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72353" y="413825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8B61D66-E163-4057-85A8-8999B3814F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27280" y="413825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A9154F3-426F-094E-A493-1F226E5104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1ADCA970-4660-F64B-AD9A-48200DC17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8AA5AEC-489E-A043-8001-45915CDEBA80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8AC94858-294E-D34A-8C63-6B801BD70139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672353" y="2719750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B64B28F9-248F-3041-B8FF-A1FCEBA6E40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672353" y="2400300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FB28A865-F773-0C44-877A-33C68E46F14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39560" y="2719750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E0B74E35-2D92-4A46-8690-FD1BF5D561A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639560" y="2400300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13129E8C-9AC0-8947-BBC5-3B1D1951C37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1200373" y="4455560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47337D22-96A0-6F41-A18C-D3E46B7F3685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1200373" y="4136110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8E897679-494F-6C42-8079-56088D84985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167580" y="4455560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D1C13F70-255C-C74B-BB4E-BF01154300DC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167580" y="4136110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8" name="Marcador de número de diapositiva 1">
            <a:extLst>
              <a:ext uri="{FF2B5EF4-FFF2-40B4-BE49-F238E27FC236}">
                <a16:creationId xmlns:a16="http://schemas.microsoft.com/office/drawing/2014/main" id="{186AF980-4012-4740-940A-7D4263221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945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5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5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50000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  <p:bldP spid="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  <p:bldP spid="9" grpId="0" animBg="1"/>
        </p:bldLst>
      </p:timing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DD4FDA6-AB0C-4A67-88E6-774C5314DD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453A2F0-D15B-9B42-AE1F-9E2C443E5A8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41FF05F-72A3-D547-BBA8-9E48A9749A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50759"/>
            <a:ext cx="5181600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776B625-2D67-0F4B-A546-ADB400B8BAFB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49" y="802952"/>
            <a:ext cx="5173852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BC6F670-A3D1-C84C-8CD5-FCDDD65F994A}"/>
              </a:ext>
            </a:extLst>
          </p:cNvPr>
          <p:cNvCxnSpPr>
            <a:cxnSpLocks/>
          </p:cNvCxnSpPr>
          <p:nvPr userDrawn="1"/>
        </p:nvCxnSpPr>
        <p:spPr>
          <a:xfrm>
            <a:off x="918531" y="745438"/>
            <a:ext cx="788734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4EC55370-3FF1-4C40-91CA-B9A4B37B0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7261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>
            <a:extLst>
              <a:ext uri="{FF2B5EF4-FFF2-40B4-BE49-F238E27FC236}">
                <a16:creationId xmlns:a16="http://schemas.microsoft.com/office/drawing/2014/main" id="{946F20C5-D3DF-544F-8C07-8005ECBE9558}"/>
              </a:ext>
            </a:extLst>
          </p:cNvPr>
          <p:cNvGrpSpPr/>
          <p:nvPr userDrawn="1"/>
        </p:nvGrpSpPr>
        <p:grpSpPr>
          <a:xfrm>
            <a:off x="5516376" y="811465"/>
            <a:ext cx="6230750" cy="5751597"/>
            <a:chOff x="524169" y="1662558"/>
            <a:chExt cx="4957762" cy="4651375"/>
          </a:xfrm>
        </p:grpSpPr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2098A9C9-E85D-434A-BEFF-801760C72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169" y="1662558"/>
              <a:ext cx="4957762" cy="4651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A619C179-C7A6-8341-8D47-0EA126540211}"/>
                </a:ext>
              </a:extLst>
            </p:cNvPr>
            <p:cNvSpPr/>
            <p:nvPr/>
          </p:nvSpPr>
          <p:spPr>
            <a:xfrm>
              <a:off x="1062105" y="2272553"/>
              <a:ext cx="4020884" cy="22725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FB1E281-01DB-4427-A41C-29CEBC618F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92436" y="1565746"/>
            <a:ext cx="5053313" cy="28100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283BA9FE-D2F7-8742-A931-C4C5BD14D0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8850" y="2647784"/>
            <a:ext cx="3697470" cy="3694962"/>
          </a:xfrm>
          <a:prstGeom prst="rect">
            <a:avLst/>
          </a:prstGeom>
        </p:spPr>
      </p:pic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76EA5DE-9497-4835-B21B-76009B5B95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10190" y="3267074"/>
            <a:ext cx="1181100" cy="210026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660557A-BB46-7342-A4D0-B34FE5708D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6BA07797-7278-5644-9708-FACACE9F43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E8C595D-45BD-3A43-96FB-EBC66E30D5FB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969492F-D8D8-594E-A5D6-F8E9EBFFD0E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8200" y="1825625"/>
            <a:ext cx="409801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5" name="Marcador de número de diapositiva 1">
            <a:extLst>
              <a:ext uri="{FF2B5EF4-FFF2-40B4-BE49-F238E27FC236}">
                <a16:creationId xmlns:a16="http://schemas.microsoft.com/office/drawing/2014/main" id="{4E83B670-1254-F14C-8402-0DEBFDD27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239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2E47B3A5-7887-4FA1-9169-A31FA1A737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40613" y="142842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32D4E3A-A129-42C0-91E6-E7F789ABE9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78899" y="142842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352646D-F5F7-43CD-871C-511BFAB75B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40613" y="370274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3F52DD4-2431-480B-8405-C574F0591E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78899" y="370274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43FDBD19-3C1A-1C4F-AEA4-054A505F40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7" name="Subtítulo 2">
            <a:extLst>
              <a:ext uri="{FF2B5EF4-FFF2-40B4-BE49-F238E27FC236}">
                <a16:creationId xmlns:a16="http://schemas.microsoft.com/office/drawing/2014/main" id="{F3EA5A3C-9FC4-844E-9648-C7B21C36C4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2CEB8A8-BA6E-844F-81E9-F514AB5F2CC4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Marcador de contenido 2">
            <a:extLst>
              <a:ext uri="{FF2B5EF4-FFF2-40B4-BE49-F238E27FC236}">
                <a16:creationId xmlns:a16="http://schemas.microsoft.com/office/drawing/2014/main" id="{B50D0736-2A1A-FF4F-A86A-EDCAFCB5EC5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030514" y="1919526"/>
            <a:ext cx="3812705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8ACBF82D-68AE-0841-9173-D4BC51F860E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030514" y="1588394"/>
            <a:ext cx="3812706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C67F9E4A-4BFB-8B44-909F-4C29E107499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1030514" y="2973410"/>
            <a:ext cx="3812705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2" name="Marcador de contenido 2">
            <a:extLst>
              <a:ext uri="{FF2B5EF4-FFF2-40B4-BE49-F238E27FC236}">
                <a16:creationId xmlns:a16="http://schemas.microsoft.com/office/drawing/2014/main" id="{8DD8D5B5-3F68-5048-B859-28AC60F0AC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030514" y="2642278"/>
            <a:ext cx="3812706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02.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D8108B06-1CEB-D94F-AEF6-CF0D1F164426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1030514" y="4011797"/>
            <a:ext cx="3812705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93DB0801-FF40-8448-838C-C84A8199ACC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1030514" y="3680665"/>
            <a:ext cx="3812706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03.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8ECFBFC7-08A1-F04B-AB69-18E258A307A6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1030514" y="5065681"/>
            <a:ext cx="3812705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8EADE17C-1849-2C4F-B6AB-62EBC2C45A34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1030514" y="4734549"/>
            <a:ext cx="3812706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04.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8" name="Marcador de número de diapositiva 1">
            <a:extLst>
              <a:ext uri="{FF2B5EF4-FFF2-40B4-BE49-F238E27FC236}">
                <a16:creationId xmlns:a16="http://schemas.microsoft.com/office/drawing/2014/main" id="{1339FEB5-4EAF-524A-AAA6-E026A683B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463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6E31785-4B14-40BB-96DE-EDC6BD4C1B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9846" y="1829157"/>
            <a:ext cx="2140726" cy="4347805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9BFE47D-A59F-6C46-8F39-7A588EBA6B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35BCBBB-C342-3448-80CC-B307F82C0D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5A445B8-3382-8D49-B167-317C1233DBD5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6470B0C-6122-7D42-9E4D-4710B5E53301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36DEDA73-6824-2647-A3AD-CEC2254C21E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93896" y="1829157"/>
            <a:ext cx="2140726" cy="4347805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2BED8D94-F837-7544-AC83-F6F8CE6A0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459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711550-C766-4ADA-A24F-F1B0FEBCE4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2680910"/>
            <a:ext cx="2443940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C64A88A-C3DF-4777-AD4C-294A529273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443938" y="2680910"/>
            <a:ext cx="2443939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13EB6AF-5CC9-4AB6-BC27-EB4CB7253B8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87878" y="2680910"/>
            <a:ext cx="2437015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0672A28-1F3D-450B-9BBF-C9B579FCA3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4893" y="2680910"/>
            <a:ext cx="2437016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6A6CEFE-229A-4716-B92A-96236FA443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61909" y="2680910"/>
            <a:ext cx="2430091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061C8BC-496A-7342-AB3E-0EBA58965E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61757BB-D06D-F14D-8BD2-1456F18718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3F48DDD-3331-E340-95C8-EE4110807D0C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Marcador de número de diapositiva 1">
            <a:extLst>
              <a:ext uri="{FF2B5EF4-FFF2-40B4-BE49-F238E27FC236}">
                <a16:creationId xmlns:a16="http://schemas.microsoft.com/office/drawing/2014/main" id="{E4FC6572-A4D9-BF4D-9CD1-40BBA3A7A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175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101BADE-DF7D-1744-B75F-A7F11E3B03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27355"/>
            <a:ext cx="12192000" cy="420329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96048D-F945-7245-9CAF-304DE09DEA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09880" y="72850"/>
            <a:ext cx="4682120" cy="5457795"/>
          </a:xfrm>
          <a:prstGeom prst="rect">
            <a:avLst/>
          </a:prstGeom>
        </p:spPr>
      </p:pic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AA512036-59E3-8B42-A52D-0B188D512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4940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5FC19FC-A8CF-454B-8EEB-6D93081FF2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4064001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CB72AF5D-96F4-4F62-8176-5A030E0F15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64000" y="0"/>
            <a:ext cx="4064001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7A3CA4B-FB51-4704-931E-06E64B296E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7999" y="0"/>
            <a:ext cx="4064001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8457BB0D-243F-7148-9507-6DE5E8D7E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34BF40A-9607-F355-AB5A-93DA39A66C2A}"/>
              </a:ext>
            </a:extLst>
          </p:cNvPr>
          <p:cNvSpPr txBox="1">
            <a:spLocks/>
          </p:cNvSpPr>
          <p:nvPr userDrawn="1"/>
        </p:nvSpPr>
        <p:spPr>
          <a:xfrm>
            <a:off x="5100638" y="6583332"/>
            <a:ext cx="1990725" cy="244502"/>
          </a:xfrm>
          <a:prstGeom prst="rect">
            <a:avLst/>
          </a:prstGeom>
        </p:spPr>
        <p:txBody>
          <a:bodyPr anchor="ctr"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60754" rtl="0" eaLnBrk="1" fontAlgn="auto" latinLnBrk="0" hangingPunct="1">
              <a:lnSpc>
                <a:spcPct val="100000"/>
              </a:lnSpc>
              <a:spcBef>
                <a:spcPts val="159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000" b="0" i="0" u="none" strike="noStrike" kern="1200" cap="none" spc="300" normalizeH="0" baseline="0" noProof="0">
                <a:ln>
                  <a:noFill/>
                </a:ln>
                <a:solidFill>
                  <a:srgbClr val="012F2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CONFIDENTIEL</a:t>
            </a:r>
            <a:endParaRPr kumimoji="0" lang="en-US" sz="1000" b="0" i="0" u="none" strike="noStrike" kern="1200" cap="none" spc="300" normalizeH="0" baseline="0" noProof="0">
              <a:ln>
                <a:noFill/>
              </a:ln>
              <a:solidFill>
                <a:srgbClr val="012F2D"/>
              </a:solidFill>
              <a:effectLst>
                <a:outerShdw blurRad="1270000" dist="469900" dir="5400000" sx="84000" sy="84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221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DA261E21-2AB9-414D-A17A-2B416A86AB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8126" y="839336"/>
            <a:ext cx="7453874" cy="5343099"/>
          </a:xfrm>
          <a:prstGeom prst="rect">
            <a:avLst/>
          </a:prstGeom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8E78ED1-7539-464E-86E5-B87D155A82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50280" y="1295400"/>
            <a:ext cx="6370320" cy="399288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2A5E28C5-471B-AF4B-9826-4FAD47C1BE1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63270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85F47FEC-403C-7948-BC7C-22AE13618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50759"/>
            <a:ext cx="5937164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F1333D04-26F0-3644-867B-4F8E1A22509E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49" y="802952"/>
            <a:ext cx="5937164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4B80512-4C66-BB43-9D4F-7D028396673D}"/>
              </a:ext>
            </a:extLst>
          </p:cNvPr>
          <p:cNvCxnSpPr>
            <a:cxnSpLocks/>
          </p:cNvCxnSpPr>
          <p:nvPr userDrawn="1"/>
        </p:nvCxnSpPr>
        <p:spPr>
          <a:xfrm>
            <a:off x="918531" y="745438"/>
            <a:ext cx="744107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8D20FCB8-8C5F-0747-807A-4BCC3BBB4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397D71F-55A2-05B8-7194-4709316FCAF8}"/>
              </a:ext>
            </a:extLst>
          </p:cNvPr>
          <p:cNvSpPr txBox="1">
            <a:spLocks/>
          </p:cNvSpPr>
          <p:nvPr userDrawn="1"/>
        </p:nvSpPr>
        <p:spPr>
          <a:xfrm>
            <a:off x="5100638" y="6583332"/>
            <a:ext cx="1990725" cy="244502"/>
          </a:xfrm>
          <a:prstGeom prst="rect">
            <a:avLst/>
          </a:prstGeom>
        </p:spPr>
        <p:txBody>
          <a:bodyPr anchor="ctr"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60754" rtl="0" eaLnBrk="1" fontAlgn="auto" latinLnBrk="0" hangingPunct="1">
              <a:lnSpc>
                <a:spcPct val="100000"/>
              </a:lnSpc>
              <a:spcBef>
                <a:spcPts val="159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000" b="0" i="0" u="none" strike="noStrike" kern="1200" cap="none" spc="300" normalizeH="0" baseline="0" noProof="0">
                <a:ln>
                  <a:noFill/>
                </a:ln>
                <a:solidFill>
                  <a:srgbClr val="012F2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CONFIDENTIEL</a:t>
            </a:r>
            <a:endParaRPr kumimoji="0" lang="en-US" sz="1000" b="0" i="0" u="none" strike="noStrike" kern="1200" cap="none" spc="300" normalizeH="0" baseline="0" noProof="0">
              <a:ln>
                <a:noFill/>
              </a:ln>
              <a:solidFill>
                <a:srgbClr val="012F2D"/>
              </a:solidFill>
              <a:effectLst>
                <a:outerShdw blurRad="1270000" dist="469900" dir="5400000" sx="84000" sy="84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47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5F08F-DF0D-A343-B8B0-5C0C1C58B6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3904" y="150759"/>
            <a:ext cx="11161878" cy="65219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2800" b="1" kern="1200" dirty="0">
                <a:solidFill>
                  <a:schemeClr val="tx1"/>
                </a:solidFill>
                <a:latin typeface="Graphik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5CAC4-060E-564A-BDED-168603FFF5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D3CF857-1D61-794D-9FCF-9B47714F2C05}"/>
              </a:ext>
            </a:extLst>
          </p:cNvPr>
          <p:cNvCxnSpPr/>
          <p:nvPr userDrawn="1"/>
        </p:nvCxnSpPr>
        <p:spPr>
          <a:xfrm>
            <a:off x="163904" y="745438"/>
            <a:ext cx="1529000" cy="0"/>
          </a:xfrm>
          <a:prstGeom prst="line">
            <a:avLst/>
          </a:prstGeom>
          <a:ln>
            <a:solidFill>
              <a:srgbClr val="D0C6A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37BB26F5-F5EC-D64B-BE90-077F84A9B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6CEE5B-ADBC-6B09-075C-15A1C56763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002" y="95266"/>
            <a:ext cx="891583" cy="37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456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_Title Slide">
    <p:bg>
      <p:bgPr>
        <a:gradFill>
          <a:gsLst>
            <a:gs pos="2000">
              <a:schemeClr val="accent1"/>
            </a:gs>
            <a:gs pos="100000">
              <a:schemeClr val="accent1">
                <a:lumMod val="75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o 25">
            <a:extLst>
              <a:ext uri="{FF2B5EF4-FFF2-40B4-BE49-F238E27FC236}">
                <a16:creationId xmlns:a16="http://schemas.microsoft.com/office/drawing/2014/main" id="{F9FBD1F2-08FC-C04F-A8B4-DA270B76D732}"/>
              </a:ext>
            </a:extLst>
          </p:cNvPr>
          <p:cNvGrpSpPr/>
          <p:nvPr userDrawn="1"/>
        </p:nvGrpSpPr>
        <p:grpSpPr>
          <a:xfrm>
            <a:off x="-278969" y="6165435"/>
            <a:ext cx="12470969" cy="855297"/>
            <a:chOff x="-278969" y="6165435"/>
            <a:chExt cx="12470969" cy="855297"/>
          </a:xfrm>
        </p:grpSpPr>
        <p:sp>
          <p:nvSpPr>
            <p:cNvPr id="28" name="TextBox 17">
              <a:extLst>
                <a:ext uri="{FF2B5EF4-FFF2-40B4-BE49-F238E27FC236}">
                  <a16:creationId xmlns:a16="http://schemas.microsoft.com/office/drawing/2014/main" id="{139EACDA-C76B-0B40-83B2-340476551D14}"/>
                </a:ext>
              </a:extLst>
            </p:cNvPr>
            <p:cNvSpPr txBox="1"/>
            <p:nvPr userDrawn="1"/>
          </p:nvSpPr>
          <p:spPr>
            <a:xfrm>
              <a:off x="11012417" y="6583873"/>
              <a:ext cx="617401" cy="23782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l"/>
              <a:r>
                <a:rPr lang="en-US" sz="900" spc="3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  <a:ea typeface="Roboto Condensed" panose="02000000000000000000" pitchFamily="2" charset="0"/>
                  <a:cs typeface="Segoe UI" panose="020B0502040204020203" pitchFamily="34" charset="0"/>
                </a:rPr>
                <a:t>PAGE</a:t>
              </a:r>
              <a:r>
                <a:rPr lang="en-US" sz="900" spc="300">
                  <a:solidFill>
                    <a:srgbClr val="00D975"/>
                  </a:solidFill>
                  <a:latin typeface="Corbel" panose="020B0503020204020204" pitchFamily="34" charset="0"/>
                  <a:ea typeface="Roboto Condensed" panose="02000000000000000000" pitchFamily="2" charset="0"/>
                  <a:cs typeface="Segoe UI" panose="020B0502040204020203" pitchFamily="34" charset="0"/>
                </a:rPr>
                <a:t>\\</a:t>
              </a:r>
              <a:endParaRPr lang="id-ID" sz="900" spc="300">
                <a:solidFill>
                  <a:srgbClr val="00D975"/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29" name="Rectangle 6">
              <a:extLst>
                <a:ext uri="{FF2B5EF4-FFF2-40B4-BE49-F238E27FC236}">
                  <a16:creationId xmlns:a16="http://schemas.microsoft.com/office/drawing/2014/main" id="{3A8752E7-F0D8-974F-8767-CE34C9031D0E}"/>
                </a:ext>
              </a:extLst>
            </p:cNvPr>
            <p:cNvSpPr/>
            <p:nvPr userDrawn="1"/>
          </p:nvSpPr>
          <p:spPr>
            <a:xfrm>
              <a:off x="8603433" y="6612364"/>
              <a:ext cx="2177198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Exclusive </a:t>
              </a:r>
              <a:r>
                <a:rPr lang="fr-FR" sz="700" err="1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property</a:t>
              </a:r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 of be </a:t>
              </a:r>
              <a:r>
                <a:rPr lang="fr-FR" sz="700" err="1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ys</a:t>
              </a:r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  \  Reproduction </a:t>
              </a:r>
              <a:r>
                <a:rPr lang="fr-FR" sz="700" err="1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prohibited</a:t>
              </a:r>
              <a:endPara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endParaRPr>
            </a:p>
          </p:txBody>
        </p:sp>
        <p:pic>
          <p:nvPicPr>
            <p:cNvPr id="30" name="Gráfico 29">
              <a:extLst>
                <a:ext uri="{FF2B5EF4-FFF2-40B4-BE49-F238E27FC236}">
                  <a16:creationId xmlns:a16="http://schemas.microsoft.com/office/drawing/2014/main" id="{42A22023-BFF5-0449-9206-32E20AEFF5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278969" y="6165435"/>
              <a:ext cx="1140396" cy="855297"/>
            </a:xfrm>
            <a:prstGeom prst="rect">
              <a:avLst/>
            </a:prstGeom>
          </p:spPr>
        </p:pic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AEE848CC-CF3F-494B-9FD0-DEBA0320F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6685" y="6561609"/>
              <a:ext cx="11595315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4BA12761-E254-D349-AE51-AF0BDB3C9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01600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ítulo 1">
            <a:extLst>
              <a:ext uri="{FF2B5EF4-FFF2-40B4-BE49-F238E27FC236}">
                <a16:creationId xmlns:a16="http://schemas.microsoft.com/office/drawing/2014/main" id="{ADD9C4EE-4BB7-0443-964B-5994EC8E4C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53" name="Subtítulo 2">
            <a:extLst>
              <a:ext uri="{FF2B5EF4-FFF2-40B4-BE49-F238E27FC236}">
                <a16:creationId xmlns:a16="http://schemas.microsoft.com/office/drawing/2014/main" id="{0A172AC6-BEB1-8048-ACEF-FA2CEF7F5F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644DA716-AA31-D04A-BB6F-F469C9F9C4DA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1" name="Marcador de contenido 2">
            <a:extLst>
              <a:ext uri="{FF2B5EF4-FFF2-40B4-BE49-F238E27FC236}">
                <a16:creationId xmlns:a16="http://schemas.microsoft.com/office/drawing/2014/main" id="{684B50C7-2F14-FB46-880A-D0536999C867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101731" y="2206819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72" name="Marcador de contenido 2">
            <a:extLst>
              <a:ext uri="{FF2B5EF4-FFF2-40B4-BE49-F238E27FC236}">
                <a16:creationId xmlns:a16="http://schemas.microsoft.com/office/drawing/2014/main" id="{0FC93BCD-973C-804F-9F6D-A6180BF1F67F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101730" y="1836942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73" name="Marcador de contenido 2">
            <a:extLst>
              <a:ext uri="{FF2B5EF4-FFF2-40B4-BE49-F238E27FC236}">
                <a16:creationId xmlns:a16="http://schemas.microsoft.com/office/drawing/2014/main" id="{C5A1C38F-6C9F-8243-B496-67F7DC1092E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101731" y="418285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74" name="Marcador de contenido 2">
            <a:extLst>
              <a:ext uri="{FF2B5EF4-FFF2-40B4-BE49-F238E27FC236}">
                <a16:creationId xmlns:a16="http://schemas.microsoft.com/office/drawing/2014/main" id="{749F70CE-54F9-7D48-B904-E744090B805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101730" y="3812976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75" name="Marcador de contenido 2">
            <a:extLst>
              <a:ext uri="{FF2B5EF4-FFF2-40B4-BE49-F238E27FC236}">
                <a16:creationId xmlns:a16="http://schemas.microsoft.com/office/drawing/2014/main" id="{C1E8D03C-3C70-C342-B868-CA43912AF87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81100" y="2206819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76" name="Marcador de contenido 2">
            <a:extLst>
              <a:ext uri="{FF2B5EF4-FFF2-40B4-BE49-F238E27FC236}">
                <a16:creationId xmlns:a16="http://schemas.microsoft.com/office/drawing/2014/main" id="{C73A438E-4789-624B-AAE7-3A1E7400EDE2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81099" y="1836942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77" name="Marcador de contenido 2">
            <a:extLst>
              <a:ext uri="{FF2B5EF4-FFF2-40B4-BE49-F238E27FC236}">
                <a16:creationId xmlns:a16="http://schemas.microsoft.com/office/drawing/2014/main" id="{10821538-121D-404E-BA9D-21F167C4C0B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581100" y="418285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78" name="Marcador de contenido 2">
            <a:extLst>
              <a:ext uri="{FF2B5EF4-FFF2-40B4-BE49-F238E27FC236}">
                <a16:creationId xmlns:a16="http://schemas.microsoft.com/office/drawing/2014/main" id="{61C84BDC-F0CC-6C41-9D14-188A5554A7F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581099" y="3812976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79" name="Marcador de contenido 2">
            <a:extLst>
              <a:ext uri="{FF2B5EF4-FFF2-40B4-BE49-F238E27FC236}">
                <a16:creationId xmlns:a16="http://schemas.microsoft.com/office/drawing/2014/main" id="{C97480F6-21CD-8743-9EB1-E8574509D64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8083717" y="2206819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80" name="Marcador de contenido 2">
            <a:extLst>
              <a:ext uri="{FF2B5EF4-FFF2-40B4-BE49-F238E27FC236}">
                <a16:creationId xmlns:a16="http://schemas.microsoft.com/office/drawing/2014/main" id="{CD4A0D05-3DEF-A04F-B8EB-E98DFF4DB71D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083716" y="1836942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81" name="Marcador de contenido 2">
            <a:extLst>
              <a:ext uri="{FF2B5EF4-FFF2-40B4-BE49-F238E27FC236}">
                <a16:creationId xmlns:a16="http://schemas.microsoft.com/office/drawing/2014/main" id="{CAD94176-FBBC-A541-A0BB-31751B64CD7E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8083717" y="418285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82" name="Marcador de contenido 2">
            <a:extLst>
              <a:ext uri="{FF2B5EF4-FFF2-40B4-BE49-F238E27FC236}">
                <a16:creationId xmlns:a16="http://schemas.microsoft.com/office/drawing/2014/main" id="{C9C3A1EB-F7FB-EF4E-800B-E1F20A4902E3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083716" y="3812976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8" name="Marcador de número de diapositiva 1">
            <a:extLst>
              <a:ext uri="{FF2B5EF4-FFF2-40B4-BE49-F238E27FC236}">
                <a16:creationId xmlns:a16="http://schemas.microsoft.com/office/drawing/2014/main" id="{87078D05-FB0E-F347-8ED9-472A2C0AF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9484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">
            <a:extLst>
              <a:ext uri="{FF2B5EF4-FFF2-40B4-BE49-F238E27FC236}">
                <a16:creationId xmlns:a16="http://schemas.microsoft.com/office/drawing/2014/main" id="{50230265-209F-A641-9C6B-7A3B732455D2}"/>
              </a:ext>
            </a:extLst>
          </p:cNvPr>
          <p:cNvGrpSpPr/>
          <p:nvPr userDrawn="1"/>
        </p:nvGrpSpPr>
        <p:grpSpPr>
          <a:xfrm>
            <a:off x="2421497" y="1565876"/>
            <a:ext cx="4260976" cy="4282465"/>
            <a:chOff x="319937" y="0"/>
            <a:chExt cx="8521952" cy="8564927"/>
          </a:xfrm>
        </p:grpSpPr>
        <p:sp>
          <p:nvSpPr>
            <p:cNvPr id="3" name="Многоугольник">
              <a:extLst>
                <a:ext uri="{FF2B5EF4-FFF2-40B4-BE49-F238E27FC236}">
                  <a16:creationId xmlns:a16="http://schemas.microsoft.com/office/drawing/2014/main" id="{699E5514-3894-7641-9CF0-B3B726FC1CAE}"/>
                </a:ext>
              </a:extLst>
            </p:cNvPr>
            <p:cNvSpPr/>
            <p:nvPr/>
          </p:nvSpPr>
          <p:spPr>
            <a:xfrm>
              <a:off x="2521270" y="0"/>
              <a:ext cx="4136219" cy="47760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 algn="l">
                <a:defRPr sz="2000" b="0">
                  <a:solidFill>
                    <a:srgbClr val="252D3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1000">
                <a:solidFill>
                  <a:srgbClr val="012F2D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4" name="Многоугольник">
              <a:extLst>
                <a:ext uri="{FF2B5EF4-FFF2-40B4-BE49-F238E27FC236}">
                  <a16:creationId xmlns:a16="http://schemas.microsoft.com/office/drawing/2014/main" id="{0F42065B-B8EA-8B40-874F-3EDE9EEDA0B0}"/>
                </a:ext>
              </a:extLst>
            </p:cNvPr>
            <p:cNvSpPr/>
            <p:nvPr/>
          </p:nvSpPr>
          <p:spPr>
            <a:xfrm>
              <a:off x="319937" y="3788833"/>
              <a:ext cx="4136219" cy="4776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 algn="l">
                <a:defRPr sz="2000" b="0">
                  <a:solidFill>
                    <a:srgbClr val="252D3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1000">
                <a:solidFill>
                  <a:srgbClr val="012F2D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5" name="Многоугольник">
              <a:extLst>
                <a:ext uri="{FF2B5EF4-FFF2-40B4-BE49-F238E27FC236}">
                  <a16:creationId xmlns:a16="http://schemas.microsoft.com/office/drawing/2014/main" id="{D67B7EB8-D63E-3645-9471-B2B5F0C0BAA8}"/>
                </a:ext>
              </a:extLst>
            </p:cNvPr>
            <p:cNvSpPr/>
            <p:nvPr/>
          </p:nvSpPr>
          <p:spPr>
            <a:xfrm>
              <a:off x="4705670" y="3788833"/>
              <a:ext cx="4136219" cy="4776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 algn="l">
                <a:defRPr sz="2000" b="0">
                  <a:solidFill>
                    <a:srgbClr val="252D3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1000">
                <a:solidFill>
                  <a:srgbClr val="012F2D"/>
                </a:solidFill>
                <a:latin typeface="Corbel" panose="020B0503020204020204" pitchFamily="34" charset="0"/>
              </a:endParaRPr>
            </a:p>
          </p:txBody>
        </p:sp>
      </p:grpSp>
      <p:sp>
        <p:nvSpPr>
          <p:cNvPr id="28" name="Título 1">
            <a:extLst>
              <a:ext uri="{FF2B5EF4-FFF2-40B4-BE49-F238E27FC236}">
                <a16:creationId xmlns:a16="http://schemas.microsoft.com/office/drawing/2014/main" id="{D2AE76B9-28D6-8348-B211-6DCA80B99D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9" name="Subtítulo 2">
            <a:extLst>
              <a:ext uri="{FF2B5EF4-FFF2-40B4-BE49-F238E27FC236}">
                <a16:creationId xmlns:a16="http://schemas.microsoft.com/office/drawing/2014/main" id="{2BF3A86B-C92C-F244-A67B-A0EB0AD57D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765A5464-BB84-294D-9038-49EBFC13AEE3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Marcador de contenido 2">
            <a:extLst>
              <a:ext uri="{FF2B5EF4-FFF2-40B4-BE49-F238E27FC236}">
                <a16:creationId xmlns:a16="http://schemas.microsoft.com/office/drawing/2014/main" id="{1CD23132-270F-5440-8579-A55DFFBF368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339738" y="2406533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904786CB-8A7E-5B4B-92D8-71F2770A91C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7339738" y="2036655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38" name="Marcador de contenido 2">
            <a:extLst>
              <a:ext uri="{FF2B5EF4-FFF2-40B4-BE49-F238E27FC236}">
                <a16:creationId xmlns:a16="http://schemas.microsoft.com/office/drawing/2014/main" id="{91189CEC-D218-0E4B-9ADC-57AB607E950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7339738" y="3553407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CD694AE0-E335-C741-A5F1-33874480878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339738" y="3183529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02.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40" name="Marcador de contenido 2">
            <a:extLst>
              <a:ext uri="{FF2B5EF4-FFF2-40B4-BE49-F238E27FC236}">
                <a16:creationId xmlns:a16="http://schemas.microsoft.com/office/drawing/2014/main" id="{0B00CC38-B3A2-D24D-8305-080C7E913A0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339738" y="4715780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865B7919-4B31-C845-BF83-70B45ADDBD2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339738" y="4345902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03.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43" name="Marcador de contenido 2">
            <a:extLst>
              <a:ext uri="{FF2B5EF4-FFF2-40B4-BE49-F238E27FC236}">
                <a16:creationId xmlns:a16="http://schemas.microsoft.com/office/drawing/2014/main" id="{3B165AE6-603E-B449-8DB4-5A85BAFCC53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638616" y="2183791"/>
            <a:ext cx="1832286" cy="11560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B10D59D0-899F-B54F-9C7E-801872697F1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2530487" y="4135240"/>
            <a:ext cx="1830296" cy="1156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EF87C587-37AD-5E45-AA91-0067CD660620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731246" y="4135240"/>
            <a:ext cx="1832286" cy="1156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9" name="Marcador de número de diapositiva 1">
            <a:extLst>
              <a:ext uri="{FF2B5EF4-FFF2-40B4-BE49-F238E27FC236}">
                <a16:creationId xmlns:a16="http://schemas.microsoft.com/office/drawing/2014/main" id="{FA1E955E-1144-104C-9765-8A077284C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5476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898" y="2215654"/>
            <a:ext cx="9491983" cy="1368232"/>
            <a:chOff x="0" y="466488"/>
            <a:chExt cx="18983965" cy="2736463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80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1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799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0">
                  <a:latin typeface="Corbel" panose="020B0503020204020204" pitchFamily="34" charset="0"/>
                </a:rPr>
                <a:t>3</a:t>
              </a:r>
              <a:r>
                <a:rPr sz="5000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89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89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3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3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697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697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6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6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6657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ítulo 1">
            <a:extLst>
              <a:ext uri="{FF2B5EF4-FFF2-40B4-BE49-F238E27FC236}">
                <a16:creationId xmlns:a16="http://schemas.microsoft.com/office/drawing/2014/main" id="{987E7CEC-937A-7447-91BD-C7AAA598EE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93" name="Subtítulo 2">
            <a:extLst>
              <a:ext uri="{FF2B5EF4-FFF2-40B4-BE49-F238E27FC236}">
                <a16:creationId xmlns:a16="http://schemas.microsoft.com/office/drawing/2014/main" id="{FB6E5B5F-1830-EE46-AE72-E012536308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367E9DD4-37FE-F04D-8380-D0A2697A0AF5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9F14CB34-2DE3-ED49-8E2D-BE4A679AA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48732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4316CBC2-E62D-2341-9F5B-03B9556E80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9" name="Subtítulo 2">
            <a:extLst>
              <a:ext uri="{FF2B5EF4-FFF2-40B4-BE49-F238E27FC236}">
                <a16:creationId xmlns:a16="http://schemas.microsoft.com/office/drawing/2014/main" id="{3D6C3E5F-FCFB-1045-AA92-8662BF75D7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83DC757-7839-F745-A6F2-EB536E3E11C5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C95C2106-7E0D-D246-B26A-625AE361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9352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5FC19FC-A8CF-454B-8EEB-6D93081FF2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4064001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CB72AF5D-96F4-4F62-8176-5A030E0F15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64000" y="0"/>
            <a:ext cx="4064001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7A3CA4B-FB51-4704-931E-06E64B296E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7999" y="0"/>
            <a:ext cx="4064001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8457BB0D-243F-7148-9507-6DE5E8D7E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10837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DA261E21-2AB9-414D-A17A-2B416A86AB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8126" y="839336"/>
            <a:ext cx="7453874" cy="5343099"/>
          </a:xfrm>
          <a:prstGeom prst="rect">
            <a:avLst/>
          </a:prstGeom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8E78ED1-7539-464E-86E5-B87D155A82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50280" y="1295400"/>
            <a:ext cx="6370320" cy="399288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2A5E28C5-471B-AF4B-9826-4FAD47C1BE1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63270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85F47FEC-403C-7948-BC7C-22AE13618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50759"/>
            <a:ext cx="5937164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F1333D04-26F0-3644-867B-4F8E1A22509E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49" y="802952"/>
            <a:ext cx="5937164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4B80512-4C66-BB43-9D4F-7D028396673D}"/>
              </a:ext>
            </a:extLst>
          </p:cNvPr>
          <p:cNvCxnSpPr>
            <a:cxnSpLocks/>
          </p:cNvCxnSpPr>
          <p:nvPr userDrawn="1"/>
        </p:nvCxnSpPr>
        <p:spPr>
          <a:xfrm>
            <a:off x="918531" y="745438"/>
            <a:ext cx="744107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8D20FCB8-8C5F-0747-807A-4BCC3BBB4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039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5F08F-DF0D-A343-B8B0-5C0C1C58B6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5CAC4-060E-564A-BDED-168603FFF5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D3CF857-1D61-794D-9FCF-9B47714F2C05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37BB26F5-F5EC-D64B-BE90-077F84A9B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189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898" y="2215654"/>
            <a:ext cx="9491983" cy="1368232"/>
            <a:chOff x="0" y="466488"/>
            <a:chExt cx="18983965" cy="2736463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80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1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799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0">
                  <a:latin typeface="Corbel" panose="020B0503020204020204" pitchFamily="34" charset="0"/>
                </a:rPr>
                <a:t>3</a:t>
              </a:r>
              <a:r>
                <a:rPr sz="5000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89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89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3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3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697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697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6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6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65542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 bwMode="gray">
          <a:xfrm>
            <a:off x="540070" y="432000"/>
            <a:ext cx="11111046" cy="108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972000"/>
            <a:ext cx="11111046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Enter your subtitle here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 bwMode="gray">
          <a:xfrm>
            <a:off x="540070" y="1512000"/>
            <a:ext cx="11111046" cy="429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606AAF80-12B8-4EDB-95D5-41BA93DEED74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02CEFE82-39F2-4F47-8A0C-D5AB3496FA5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17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bg>
      <p:bgPr>
        <a:gradFill flip="none" rotWithShape="1">
          <a:gsLst>
            <a:gs pos="17000">
              <a:schemeClr val="bg1"/>
            </a:gs>
            <a:gs pos="38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1BDD11F-A258-294A-AF25-103C59B220EB}"/>
              </a:ext>
            </a:extLst>
          </p:cNvPr>
          <p:cNvSpPr/>
          <p:nvPr userDrawn="1"/>
        </p:nvSpPr>
        <p:spPr>
          <a:xfrm>
            <a:off x="0" y="6199322"/>
            <a:ext cx="12192000" cy="658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BB2AB0DF-6921-7941-82E6-E29B2DDD9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ACD8F3-6E7C-5D6E-B607-D7C2B1DB92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879" b="31595"/>
          <a:stretch/>
        </p:blipFill>
        <p:spPr>
          <a:xfrm>
            <a:off x="63018" y="6501371"/>
            <a:ext cx="1085157" cy="3124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B4F9C8-56DA-2CE7-5A71-B74312546A28}"/>
              </a:ext>
            </a:extLst>
          </p:cNvPr>
          <p:cNvSpPr txBox="1"/>
          <p:nvPr userDrawn="1"/>
        </p:nvSpPr>
        <p:spPr>
          <a:xfrm>
            <a:off x="11012417" y="6583873"/>
            <a:ext cx="617401" cy="23782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900" spc="3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PAGE</a:t>
            </a:r>
            <a:r>
              <a:rPr lang="en-US" sz="900" spc="300">
                <a:solidFill>
                  <a:srgbClr val="00D975"/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\\</a:t>
            </a:r>
            <a:endParaRPr lang="id-ID" sz="900" spc="300">
              <a:solidFill>
                <a:srgbClr val="00D975"/>
              </a:solidFill>
              <a:latin typeface="Corbel" panose="020B0503020204020204" pitchFamily="34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222442-C779-B249-415F-5263F039AE78}"/>
              </a:ext>
            </a:extLst>
          </p:cNvPr>
          <p:cNvSpPr/>
          <p:nvPr userDrawn="1"/>
        </p:nvSpPr>
        <p:spPr>
          <a:xfrm>
            <a:off x="8603433" y="6612364"/>
            <a:ext cx="217719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Exclusive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property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of be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ys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 \  Reproduction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prohibited</a:t>
            </a:r>
            <a:endParaRPr lang="fr-FR" sz="700">
              <a:solidFill>
                <a:schemeClr val="bg1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AA42851A-FA29-0AD5-E9B3-40622353F268}"/>
              </a:ext>
            </a:extLst>
          </p:cNvPr>
          <p:cNvSpPr txBox="1">
            <a:spLocks/>
          </p:cNvSpPr>
          <p:nvPr userDrawn="1"/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1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A7DC74A-F4AA-D58B-6492-F114D2344125}"/>
              </a:ext>
            </a:extLst>
          </p:cNvPr>
          <p:cNvSpPr txBox="1">
            <a:spLocks/>
          </p:cNvSpPr>
          <p:nvPr userDrawn="1"/>
        </p:nvSpPr>
        <p:spPr>
          <a:xfrm>
            <a:off x="5100638" y="6583332"/>
            <a:ext cx="1990725" cy="244502"/>
          </a:xfrm>
          <a:prstGeom prst="rect">
            <a:avLst/>
          </a:prstGeom>
        </p:spPr>
        <p:txBody>
          <a:bodyPr anchor="ctr"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60754" rtl="0" eaLnBrk="1" fontAlgn="auto" latinLnBrk="0" hangingPunct="1">
              <a:lnSpc>
                <a:spcPct val="100000"/>
              </a:lnSpc>
              <a:spcBef>
                <a:spcPts val="159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000" b="0" i="0" u="none" strike="noStrike" kern="1200" cap="none" spc="300" normalizeH="0" baseline="0" noProof="0">
                <a:ln>
                  <a:noFill/>
                </a:ln>
                <a:solidFill>
                  <a:srgbClr val="012F2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CONFIDENTIEL</a:t>
            </a:r>
            <a:endParaRPr kumimoji="0" lang="en-US" sz="1000" b="0" i="0" u="none" strike="noStrike" kern="1200" cap="none" spc="300" normalizeH="0" baseline="0" noProof="0">
              <a:ln>
                <a:noFill/>
              </a:ln>
              <a:solidFill>
                <a:srgbClr val="012F2D"/>
              </a:solidFill>
              <a:effectLst>
                <a:outerShdw blurRad="1270000" dist="469900" dir="5400000" sx="84000" sy="84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Conector recto 35">
            <a:extLst>
              <a:ext uri="{FF2B5EF4-FFF2-40B4-BE49-F238E27FC236}">
                <a16:creationId xmlns:a16="http://schemas.microsoft.com/office/drawing/2014/main" id="{582EC541-D477-15F5-915A-10B7A2F8894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46369"/>
            <a:ext cx="12192000" cy="0"/>
          </a:xfrm>
          <a:prstGeom prst="line">
            <a:avLst/>
          </a:prstGeom>
          <a:ln>
            <a:solidFill>
              <a:srgbClr val="D1C6A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75928DD5-37D1-5E96-CBFB-8DF4C10F53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51701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31F47FD-04F2-2C79-B5F6-569754803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A2C745F0-CA3F-5FFD-BAC0-CFB919490479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48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pic>
        <p:nvPicPr>
          <p:cNvPr id="9" name="Image 2" descr="image001.png">
            <a:extLst>
              <a:ext uri="{FF2B5EF4-FFF2-40B4-BE49-F238E27FC236}">
                <a16:creationId xmlns:a16="http://schemas.microsoft.com/office/drawing/2014/main" id="{731C82FB-C270-D1CB-C42A-0F668D6D24B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02" b="37006"/>
          <a:stretch/>
        </p:blipFill>
        <p:spPr bwMode="auto">
          <a:xfrm>
            <a:off x="1147384" y="6599798"/>
            <a:ext cx="756825" cy="244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51213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5F08F-DF0D-A343-B8B0-5C0C1C58B6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3904" y="150759"/>
            <a:ext cx="11161878" cy="65219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2800" b="1" kern="1200" dirty="0">
                <a:solidFill>
                  <a:schemeClr val="tx1"/>
                </a:solidFill>
                <a:latin typeface="Graphik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5CAC4-060E-564A-BDED-168603FFF5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D3CF857-1D61-794D-9FCF-9B47714F2C05}"/>
              </a:ext>
            </a:extLst>
          </p:cNvPr>
          <p:cNvCxnSpPr/>
          <p:nvPr userDrawn="1"/>
        </p:nvCxnSpPr>
        <p:spPr>
          <a:xfrm>
            <a:off x="163904" y="745438"/>
            <a:ext cx="1529000" cy="0"/>
          </a:xfrm>
          <a:prstGeom prst="line">
            <a:avLst/>
          </a:prstGeom>
          <a:ln>
            <a:solidFill>
              <a:srgbClr val="D0C6A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37BB26F5-F5EC-D64B-BE90-077F84A9B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11AE13-8D63-B92D-EA8B-7EB4A3525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60444" y="184466"/>
            <a:ext cx="650706" cy="584776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75C5388-A83B-AB0C-2C1F-785283070062}"/>
              </a:ext>
            </a:extLst>
          </p:cNvPr>
          <p:cNvSpPr txBox="1">
            <a:spLocks/>
          </p:cNvSpPr>
          <p:nvPr userDrawn="1"/>
        </p:nvSpPr>
        <p:spPr>
          <a:xfrm>
            <a:off x="5100638" y="6583332"/>
            <a:ext cx="1990725" cy="244502"/>
          </a:xfrm>
          <a:prstGeom prst="rect">
            <a:avLst/>
          </a:prstGeom>
        </p:spPr>
        <p:txBody>
          <a:bodyPr anchor="ctr"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60754" rtl="0" eaLnBrk="1" fontAlgn="auto" latinLnBrk="0" hangingPunct="1">
              <a:lnSpc>
                <a:spcPct val="100000"/>
              </a:lnSpc>
              <a:spcBef>
                <a:spcPts val="159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000" b="0" i="0" u="none" strike="noStrike" kern="1200" cap="none" spc="300" normalizeH="0" baseline="0" noProof="0">
                <a:ln>
                  <a:noFill/>
                </a:ln>
                <a:solidFill>
                  <a:srgbClr val="012F2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CONFIDENTIEL</a:t>
            </a:r>
            <a:endParaRPr kumimoji="0" lang="en-US" sz="1000" b="0" i="0" u="none" strike="noStrike" kern="1200" cap="none" spc="300" normalizeH="0" baseline="0" noProof="0">
              <a:ln>
                <a:noFill/>
              </a:ln>
              <a:solidFill>
                <a:srgbClr val="012F2D"/>
              </a:solidFill>
              <a:effectLst>
                <a:outerShdw blurRad="1270000" dist="469900" dir="5400000" sx="84000" sy="84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937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898" y="2215654"/>
            <a:ext cx="9491983" cy="1368232"/>
            <a:chOff x="0" y="466488"/>
            <a:chExt cx="18983965" cy="2736463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80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1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799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0">
                  <a:latin typeface="Corbel" panose="020B0503020204020204" pitchFamily="34" charset="0"/>
                </a:rPr>
                <a:t>3</a:t>
              </a:r>
              <a:r>
                <a:rPr sz="5000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89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89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3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3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697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697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6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6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40447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898" y="2215654"/>
            <a:ext cx="9491983" cy="1368232"/>
            <a:chOff x="0" y="466488"/>
            <a:chExt cx="18983965" cy="2736463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80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1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799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0">
                  <a:latin typeface="Corbel" panose="020B0503020204020204" pitchFamily="34" charset="0"/>
                </a:rPr>
                <a:t>3</a:t>
              </a:r>
              <a:r>
                <a:rPr sz="5000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89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89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3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3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697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697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6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6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21096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898" y="2215654"/>
            <a:ext cx="9491983" cy="1368232"/>
            <a:chOff x="0" y="466488"/>
            <a:chExt cx="18983965" cy="2736463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80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1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799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0">
                  <a:latin typeface="Corbel" panose="020B0503020204020204" pitchFamily="34" charset="0"/>
                </a:rPr>
                <a:t>3</a:t>
              </a:r>
              <a:r>
                <a:rPr sz="5000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89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89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3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3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697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697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6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6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41251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LEFT">
    <p:bg bwMode="gray"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"/>
          <p:cNvSpPr>
            <a:spLocks noGrp="1" noChangeAspect="1"/>
          </p:cNvSpPr>
          <p:nvPr>
            <p:ph type="pic" sz="quarter" idx="14" hasCustomPrompt="1"/>
          </p:nvPr>
        </p:nvSpPr>
        <p:spPr bwMode="gray">
          <a:xfrm>
            <a:off x="1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 bwMode="gray">
          <a:xfrm>
            <a:off x="1055343" y="0"/>
            <a:ext cx="10081312" cy="374400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defRPr sz="8801">
                <a:solidFill>
                  <a:srgbClr val="FFFFFF"/>
                </a:solidFill>
                <a:latin typeface="Bebas Neue" panose="020B0506020202020201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 bwMode="gray">
          <a:xfrm>
            <a:off x="1055343" y="3744000"/>
            <a:ext cx="10081312" cy="2070000"/>
          </a:xfrm>
        </p:spPr>
        <p:txBody>
          <a:bodyPr/>
          <a:lstStyle>
            <a:lvl1pPr marL="0" indent="0" algn="l">
              <a:buNone/>
              <a:defRPr sz="4400" cap="all" baseline="0">
                <a:solidFill>
                  <a:schemeClr val="bg1">
                    <a:lumMod val="65000"/>
                  </a:schemeClr>
                </a:solidFill>
              </a:defRPr>
            </a:lvl1pPr>
            <a:lvl2pPr marL="457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64EB78F-4617-45D6-A451-785E229239C1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fld id="{4E474C25-DC45-4099-8E79-124536935CCF}" type="datetime1">
              <a:rPr lang="en-US" smtClean="0"/>
              <a:t>10/6/2026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F6205BA-01DD-44C2-95A5-2ADFCC0DF10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8FA61C8-F875-4174-9DF7-9106FB19E8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02CEFE82-39F2-4F47-8A0C-D5AB3496FA5C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8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5">
            <a:extLst>
              <a:ext uri="{FF2B5EF4-FFF2-40B4-BE49-F238E27FC236}">
                <a16:creationId xmlns:a16="http://schemas.microsoft.com/office/drawing/2014/main" id="{805B6717-1E80-4035-A6D0-AA37343B7FFA}"/>
              </a:ext>
            </a:extLst>
          </p:cNvPr>
          <p:cNvSpPr/>
          <p:nvPr userDrawn="1"/>
        </p:nvSpPr>
        <p:spPr>
          <a:xfrm>
            <a:off x="0" y="6199188"/>
            <a:ext cx="12192000" cy="658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sp>
        <p:nvSpPr>
          <p:cNvPr id="3" name="Marcador de número de diapositiva 1">
            <a:extLst>
              <a:ext uri="{FF2B5EF4-FFF2-40B4-BE49-F238E27FC236}">
                <a16:creationId xmlns:a16="http://schemas.microsoft.com/office/drawing/2014/main" id="{B4BB0CE9-A733-4DD6-8406-01EFB02D7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C02A85FE-869B-4B4A-9795-9AC7F03FBDED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1170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7">
            <a:extLst>
              <a:ext uri="{FF2B5EF4-FFF2-40B4-BE49-F238E27FC236}">
                <a16:creationId xmlns:a16="http://schemas.microsoft.com/office/drawing/2014/main" id="{41993B09-248B-43F4-BDF3-435E70B1E2C3}"/>
              </a:ext>
            </a:extLst>
          </p:cNvPr>
          <p:cNvSpPr txBox="1"/>
          <p:nvPr userDrawn="1"/>
        </p:nvSpPr>
        <p:spPr>
          <a:xfrm>
            <a:off x="11012488" y="6583363"/>
            <a:ext cx="617537" cy="238125"/>
          </a:xfrm>
          <a:prstGeom prst="rect">
            <a:avLst/>
          </a:prstGeom>
          <a:noFill/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spc="300">
                <a:solidFill>
                  <a:schemeClr val="bg1">
                    <a:lumMod val="75000"/>
                  </a:schemeClr>
                </a:solidFill>
                <a:ea typeface="Roboto Condensed" panose="02000000000000000000" pitchFamily="2" charset="0"/>
                <a:cs typeface="Segoe UI" panose="020B0502040204020203" pitchFamily="34" charset="0"/>
              </a:rPr>
              <a:t>PAGE</a:t>
            </a:r>
            <a:r>
              <a:rPr lang="en-US" sz="900" spc="300">
                <a:solidFill>
                  <a:srgbClr val="00D975"/>
                </a:solidFill>
                <a:ea typeface="Roboto Condensed" panose="02000000000000000000" pitchFamily="2" charset="0"/>
                <a:cs typeface="Segoe UI" panose="020B0502040204020203" pitchFamily="34" charset="0"/>
              </a:rPr>
              <a:t>\\</a:t>
            </a:r>
            <a:endParaRPr lang="id-ID" sz="900" spc="300">
              <a:solidFill>
                <a:srgbClr val="00D975"/>
              </a:solidFill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089ECF4-6343-484E-83A1-D7FA6843238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02663" y="6611938"/>
            <a:ext cx="21780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r" eaLnBrk="1" hangingPunct="1"/>
            <a:r>
              <a:rPr lang="fr-FR" altLang="fr-FR" sz="700">
                <a:solidFill>
                  <a:srgbClr val="BFBFBF"/>
                </a:solidFill>
              </a:rPr>
              <a:t>Exclusive </a:t>
            </a:r>
            <a:r>
              <a:rPr lang="fr-FR" altLang="fr-FR" sz="700" err="1">
                <a:solidFill>
                  <a:srgbClr val="BFBFBF"/>
                </a:solidFill>
              </a:rPr>
              <a:t>property</a:t>
            </a:r>
            <a:r>
              <a:rPr lang="fr-FR" altLang="fr-FR" sz="700">
                <a:solidFill>
                  <a:srgbClr val="BFBFBF"/>
                </a:solidFill>
              </a:rPr>
              <a:t> of be </a:t>
            </a:r>
            <a:r>
              <a:rPr lang="fr-FR" altLang="fr-FR" sz="700" err="1">
                <a:solidFill>
                  <a:srgbClr val="BFBFBF"/>
                </a:solidFill>
              </a:rPr>
              <a:t>ys</a:t>
            </a:r>
            <a:r>
              <a:rPr lang="fr-FR" altLang="fr-FR" sz="700">
                <a:solidFill>
                  <a:srgbClr val="BFBFBF"/>
                </a:solidFill>
              </a:rPr>
              <a:t>  \  Reproduction </a:t>
            </a:r>
            <a:r>
              <a:rPr lang="fr-FR" altLang="fr-FR" sz="700" err="1">
                <a:solidFill>
                  <a:srgbClr val="BFBFBF"/>
                </a:solidFill>
              </a:rPr>
              <a:t>prohibited</a:t>
            </a:r>
            <a:endParaRPr lang="fr-FR" altLang="fr-FR" sz="700">
              <a:solidFill>
                <a:srgbClr val="BFBFBF"/>
              </a:solidFill>
            </a:endParaRPr>
          </a:p>
        </p:txBody>
      </p:sp>
      <p:pic>
        <p:nvPicPr>
          <p:cNvPr id="5" name="Gráfico 13">
            <a:extLst>
              <a:ext uri="{FF2B5EF4-FFF2-40B4-BE49-F238E27FC236}">
                <a16:creationId xmlns:a16="http://schemas.microsoft.com/office/drawing/2014/main" id="{5FA3A8B4-E2C5-4E25-8D8A-CCCAA5FED1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279400" y="6165850"/>
            <a:ext cx="1141413" cy="855663"/>
          </a:xfrm>
          <a:prstGeom prst="rect">
            <a:avLst/>
          </a:prstGeom>
        </p:spPr>
      </p:pic>
      <p:cxnSp>
        <p:nvCxnSpPr>
          <p:cNvPr id="6" name="Conector recto 14">
            <a:extLst>
              <a:ext uri="{FF2B5EF4-FFF2-40B4-BE49-F238E27FC236}">
                <a16:creationId xmlns:a16="http://schemas.microsoft.com/office/drawing/2014/main" id="{59CAEA55-49BE-4D25-B169-B62FC07B7B05}"/>
              </a:ext>
            </a:extLst>
          </p:cNvPr>
          <p:cNvCxnSpPr>
            <a:cxnSpLocks/>
          </p:cNvCxnSpPr>
          <p:nvPr userDrawn="1"/>
        </p:nvCxnSpPr>
        <p:spPr>
          <a:xfrm>
            <a:off x="596900" y="6561138"/>
            <a:ext cx="115951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7" name="Marcador de número de diapositiva 1">
            <a:extLst>
              <a:ext uri="{FF2B5EF4-FFF2-40B4-BE49-F238E27FC236}">
                <a16:creationId xmlns:a16="http://schemas.microsoft.com/office/drawing/2014/main" id="{7829BBFE-27A0-4903-B824-F6583E4D08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6CE64FC-B6FE-4C51-BEF1-0C930A9086A7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97171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9">
            <a:extLst>
              <a:ext uri="{FF2B5EF4-FFF2-40B4-BE49-F238E27FC236}">
                <a16:creationId xmlns:a16="http://schemas.microsoft.com/office/drawing/2014/main" id="{902D4518-9B0D-4549-AED8-2E0B77FE8B3B}"/>
              </a:ext>
            </a:extLst>
          </p:cNvPr>
          <p:cNvCxnSpPr>
            <a:cxnSpLocks/>
          </p:cNvCxnSpPr>
          <p:nvPr userDrawn="1"/>
        </p:nvCxnSpPr>
        <p:spPr>
          <a:xfrm>
            <a:off x="919163" y="746125"/>
            <a:ext cx="11272837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" name="Group 9">
            <a:extLst>
              <a:ext uri="{FF2B5EF4-FFF2-40B4-BE49-F238E27FC236}">
                <a16:creationId xmlns:a16="http://schemas.microsoft.com/office/drawing/2014/main" id="{634B9890-4BFE-4859-B230-826E344BA7C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962025" y="1090613"/>
            <a:ext cx="6230938" cy="5751512"/>
            <a:chOff x="524169" y="1662558"/>
            <a:chExt cx="4957762" cy="4651375"/>
          </a:xfrm>
        </p:grpSpPr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AC9F524A-10EF-4013-87FE-DE6AB8658D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169" y="1662558"/>
              <a:ext cx="4957762" cy="4651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B1134612-F70B-4EA5-9D14-189B6E392AB5}"/>
                </a:ext>
              </a:extLst>
            </p:cNvPr>
            <p:cNvSpPr/>
            <p:nvPr/>
          </p:nvSpPr>
          <p:spPr>
            <a:xfrm>
              <a:off x="1062260" y="2272385"/>
              <a:ext cx="4020524" cy="22724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8" name="Título 1"/>
          <p:cNvSpPr>
            <a:spLocks noGrp="1"/>
          </p:cNvSpPr>
          <p:nvPr>
            <p:ph type="ctrTitle"/>
          </p:nvPr>
        </p:nvSpPr>
        <p:spPr>
          <a:xfrm>
            <a:off x="838200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4" name="Marcador de contenido 2"/>
          <p:cNvSpPr>
            <a:spLocks noGrp="1"/>
          </p:cNvSpPr>
          <p:nvPr>
            <p:ph sz="half" idx="1"/>
          </p:nvPr>
        </p:nvSpPr>
        <p:spPr>
          <a:xfrm>
            <a:off x="6034007" y="1417702"/>
            <a:ext cx="5181600" cy="459563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285856" y="1844714"/>
            <a:ext cx="5053313" cy="28100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C4340EB1-1222-46CD-B3F4-C6295E712B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E499CA5C-0E2A-49E5-B64A-78F1EFC61750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00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219200"/>
            <a:ext cx="12192000" cy="44196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3" name="Título 1"/>
          <p:cNvSpPr>
            <a:spLocks noGrp="1"/>
          </p:cNvSpPr>
          <p:nvPr>
            <p:ph type="ctrTitle"/>
          </p:nvPr>
        </p:nvSpPr>
        <p:spPr>
          <a:xfrm>
            <a:off x="838200" y="1863322"/>
            <a:ext cx="7058186" cy="307288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48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E8C2F5C2-21FF-41B4-8879-E2CDF33464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FC850-846E-4D0F-8247-B793EA866E96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78120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6">
            <a:extLst>
              <a:ext uri="{FF2B5EF4-FFF2-40B4-BE49-F238E27FC236}">
                <a16:creationId xmlns:a16="http://schemas.microsoft.com/office/drawing/2014/main" id="{AE692155-AA92-4FD5-A6FA-4A203D1904F9}"/>
              </a:ext>
            </a:extLst>
          </p:cNvPr>
          <p:cNvSpPr/>
          <p:nvPr userDrawn="1"/>
        </p:nvSpPr>
        <p:spPr>
          <a:xfrm>
            <a:off x="534988" y="6392863"/>
            <a:ext cx="11657012" cy="233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cxnSp>
        <p:nvCxnSpPr>
          <p:cNvPr id="5" name="Conector recto 12">
            <a:extLst>
              <a:ext uri="{FF2B5EF4-FFF2-40B4-BE49-F238E27FC236}">
                <a16:creationId xmlns:a16="http://schemas.microsoft.com/office/drawing/2014/main" id="{D50921A3-0E3C-4BCA-B083-C62607810F2E}"/>
              </a:ext>
            </a:extLst>
          </p:cNvPr>
          <p:cNvCxnSpPr>
            <a:cxnSpLocks/>
          </p:cNvCxnSpPr>
          <p:nvPr userDrawn="1"/>
        </p:nvCxnSpPr>
        <p:spPr>
          <a:xfrm>
            <a:off x="1452563" y="4111625"/>
            <a:ext cx="10747375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ítulo 1"/>
          <p:cNvSpPr>
            <a:spLocks noGrp="1"/>
          </p:cNvSpPr>
          <p:nvPr>
            <p:ph type="ctrTitle"/>
          </p:nvPr>
        </p:nvSpPr>
        <p:spPr>
          <a:xfrm>
            <a:off x="1444060" y="2471047"/>
            <a:ext cx="6615059" cy="151200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2" name="Subtítulo 2"/>
          <p:cNvSpPr>
            <a:spLocks noGrp="1"/>
          </p:cNvSpPr>
          <p:nvPr>
            <p:ph type="subTitle" idx="1"/>
          </p:nvPr>
        </p:nvSpPr>
        <p:spPr>
          <a:xfrm>
            <a:off x="1451808" y="4240670"/>
            <a:ext cx="10747940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7F41A969-C250-48FA-A20B-48A39CE8A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0887C792-2B6F-4AB7-B823-0CD6FE8CAC90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10811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8">
            <a:extLst>
              <a:ext uri="{FF2B5EF4-FFF2-40B4-BE49-F238E27FC236}">
                <a16:creationId xmlns:a16="http://schemas.microsoft.com/office/drawing/2014/main" id="{00A2A4E4-69F1-433C-8B96-BE5BED6C308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79400" y="6165850"/>
            <a:ext cx="12471400" cy="855663"/>
            <a:chOff x="-278969" y="6165435"/>
            <a:chExt cx="12470969" cy="855297"/>
          </a:xfrm>
        </p:grpSpPr>
        <p:sp>
          <p:nvSpPr>
            <p:cNvPr id="4" name="TextBox 17">
              <a:extLst>
                <a:ext uri="{FF2B5EF4-FFF2-40B4-BE49-F238E27FC236}">
                  <a16:creationId xmlns:a16="http://schemas.microsoft.com/office/drawing/2014/main" id="{0F716D97-237E-4504-A697-7FEE871D3890}"/>
                </a:ext>
              </a:extLst>
            </p:cNvPr>
            <p:cNvSpPr txBox="1"/>
            <p:nvPr userDrawn="1"/>
          </p:nvSpPr>
          <p:spPr>
            <a:xfrm>
              <a:off x="11012529" y="6584356"/>
              <a:ext cx="617516" cy="238023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900" spc="300">
                  <a:solidFill>
                    <a:schemeClr val="bg1">
                      <a:lumMod val="75000"/>
                    </a:schemeClr>
                  </a:solidFill>
                  <a:ea typeface="Roboto Condensed" panose="02000000000000000000" pitchFamily="2" charset="0"/>
                  <a:cs typeface="Segoe UI" panose="020B0502040204020203" pitchFamily="34" charset="0"/>
                </a:rPr>
                <a:t>PAGE</a:t>
              </a:r>
              <a:r>
                <a:rPr lang="en-US" sz="900" spc="300">
                  <a:solidFill>
                    <a:srgbClr val="00D975"/>
                  </a:solidFill>
                  <a:ea typeface="Roboto Condensed" panose="02000000000000000000" pitchFamily="2" charset="0"/>
                  <a:cs typeface="Segoe UI" panose="020B0502040204020203" pitchFamily="34" charset="0"/>
                </a:rPr>
                <a:t>\\</a:t>
              </a:r>
              <a:endParaRPr lang="id-ID" sz="900" spc="300">
                <a:solidFill>
                  <a:srgbClr val="00D975"/>
                </a:solidFill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2A78551F-C4C3-4372-8FA8-0B0FE106D81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603433" y="6612364"/>
              <a:ext cx="217719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algn="r" eaLnBrk="1" hangingPunct="1"/>
              <a:r>
                <a:rPr lang="fr-FR" altLang="fr-FR" sz="700">
                  <a:solidFill>
                    <a:srgbClr val="BFBFBF"/>
                  </a:solidFill>
                </a:rPr>
                <a:t>Exclusive </a:t>
              </a:r>
              <a:r>
                <a:rPr lang="fr-FR" altLang="fr-FR" sz="700" err="1">
                  <a:solidFill>
                    <a:srgbClr val="BFBFBF"/>
                  </a:solidFill>
                </a:rPr>
                <a:t>property</a:t>
              </a:r>
              <a:r>
                <a:rPr lang="fr-FR" altLang="fr-FR" sz="700">
                  <a:solidFill>
                    <a:srgbClr val="BFBFBF"/>
                  </a:solidFill>
                </a:rPr>
                <a:t> of be </a:t>
              </a:r>
              <a:r>
                <a:rPr lang="fr-FR" altLang="fr-FR" sz="700" err="1">
                  <a:solidFill>
                    <a:srgbClr val="BFBFBF"/>
                  </a:solidFill>
                </a:rPr>
                <a:t>ys</a:t>
              </a:r>
              <a:r>
                <a:rPr lang="fr-FR" altLang="fr-FR" sz="700">
                  <a:solidFill>
                    <a:srgbClr val="BFBFBF"/>
                  </a:solidFill>
                </a:rPr>
                <a:t>  \  Reproduction </a:t>
              </a:r>
              <a:r>
                <a:rPr lang="fr-FR" altLang="fr-FR" sz="700" err="1">
                  <a:solidFill>
                    <a:srgbClr val="BFBFBF"/>
                  </a:solidFill>
                </a:rPr>
                <a:t>prohibited</a:t>
              </a:r>
              <a:endParaRPr lang="fr-FR" altLang="fr-FR" sz="700">
                <a:solidFill>
                  <a:srgbClr val="BFBFBF"/>
                </a:solidFill>
              </a:endParaRPr>
            </a:p>
          </p:txBody>
        </p:sp>
        <p:pic>
          <p:nvPicPr>
            <p:cNvPr id="6" name="Gráfico 12">
              <a:extLst>
                <a:ext uri="{FF2B5EF4-FFF2-40B4-BE49-F238E27FC236}">
                  <a16:creationId xmlns:a16="http://schemas.microsoft.com/office/drawing/2014/main" id="{93E7E5FA-4DB3-4F25-A560-DBBB21646C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/>
            <a:stretch>
              <a:fillRect/>
            </a:stretch>
          </p:blipFill>
          <p:spPr>
            <a:xfrm>
              <a:off x="-278969" y="6165435"/>
              <a:ext cx="1139786" cy="855297"/>
            </a:xfrm>
            <a:prstGeom prst="rect">
              <a:avLst/>
            </a:prstGeom>
          </p:spPr>
        </p:pic>
        <p:cxnSp>
          <p:nvCxnSpPr>
            <p:cNvPr id="7" name="Conector recto 13">
              <a:extLst>
                <a:ext uri="{FF2B5EF4-FFF2-40B4-BE49-F238E27FC236}">
                  <a16:creationId xmlns:a16="http://schemas.microsoft.com/office/drawing/2014/main" id="{2FB91564-A5C0-40F1-BABA-67F1545BD6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7301" y="6562140"/>
              <a:ext cx="11594699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3C9C68A4-E812-418B-AA0C-0539900F25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399625F0-CEF2-498B-AECC-990144B3D71A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28255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3E35E00-2843-4281-997D-E9888A43A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F5FF5-9762-4A98-9626-97D3139B0DEC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64457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4489891" y="2101457"/>
            <a:ext cx="3104982" cy="3104982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3104982 h 3104982"/>
              <a:gd name="connsiteX2" fmla="*/ 0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3104982"/>
                </a:lnTo>
                <a:lnTo>
                  <a:pt x="0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4489891" y="1651561"/>
            <a:ext cx="3104982" cy="3104982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0 h 3104982"/>
              <a:gd name="connsiteX2" fmla="*/ 3104982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0"/>
                </a:lnTo>
                <a:lnTo>
                  <a:pt x="3104982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4" name="Marcador de número de diapositiva 1">
            <a:extLst>
              <a:ext uri="{FF2B5EF4-FFF2-40B4-BE49-F238E27FC236}">
                <a16:creationId xmlns:a16="http://schemas.microsoft.com/office/drawing/2014/main" id="{6480C4B2-FB48-4027-AB8F-DA9B2C1CAF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C7CAD0-FF38-4A1F-907C-15959768F407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86168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6B61B3E-7A62-401E-83CC-D8C5CB405DDA}"/>
              </a:ext>
            </a:extLst>
          </p:cNvPr>
          <p:cNvCxnSpPr>
            <a:cxnSpLocks/>
          </p:cNvCxnSpPr>
          <p:nvPr userDrawn="1"/>
        </p:nvCxnSpPr>
        <p:spPr>
          <a:xfrm>
            <a:off x="919163" y="746125"/>
            <a:ext cx="7874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334000" y="0"/>
            <a:ext cx="6858000" cy="6858000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0 h 3104982"/>
              <a:gd name="connsiteX2" fmla="*/ 3104982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0"/>
                </a:lnTo>
                <a:lnTo>
                  <a:pt x="3104982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4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ítulo 1"/>
          <p:cNvSpPr>
            <a:spLocks noGrp="1"/>
          </p:cNvSpPr>
          <p:nvPr>
            <p:ph type="ctrTitle"/>
          </p:nvPr>
        </p:nvSpPr>
        <p:spPr>
          <a:xfrm>
            <a:off x="838200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6" name="Subtítulo 2"/>
          <p:cNvSpPr>
            <a:spLocks noGrp="1"/>
          </p:cNvSpPr>
          <p:nvPr>
            <p:ph type="subTitle" idx="14"/>
          </p:nvPr>
        </p:nvSpPr>
        <p:spPr>
          <a:xfrm>
            <a:off x="845948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B41F15BF-C19A-43DF-9170-D21515C09CF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E41DCBDD-E316-43F9-A3E8-F804B36D5576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7079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5F6C37E-14F9-40E7-9086-5D1D66049167}"/>
              </a:ext>
            </a:extLst>
          </p:cNvPr>
          <p:cNvCxnSpPr>
            <a:cxnSpLocks/>
          </p:cNvCxnSpPr>
          <p:nvPr userDrawn="1"/>
        </p:nvCxnSpPr>
        <p:spPr>
          <a:xfrm>
            <a:off x="919163" y="746125"/>
            <a:ext cx="7874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051478" y="0"/>
            <a:ext cx="9558219" cy="4779110"/>
          </a:xfrm>
          <a:custGeom>
            <a:avLst/>
            <a:gdLst>
              <a:gd name="connsiteX0" fmla="*/ 0 w 9558219"/>
              <a:gd name="connsiteY0" fmla="*/ 0 h 4779110"/>
              <a:gd name="connsiteX1" fmla="*/ 9558219 w 9558219"/>
              <a:gd name="connsiteY1" fmla="*/ 0 h 4779110"/>
              <a:gd name="connsiteX2" fmla="*/ 4779109 w 9558219"/>
              <a:gd name="connsiteY2" fmla="*/ 4779110 h 477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8219" h="4779110">
                <a:moveTo>
                  <a:pt x="0" y="0"/>
                </a:moveTo>
                <a:lnTo>
                  <a:pt x="9558219" y="0"/>
                </a:lnTo>
                <a:lnTo>
                  <a:pt x="4779109" y="4779110"/>
                </a:lnTo>
                <a:close/>
              </a:path>
            </a:pathLst>
          </a:custGeom>
          <a:solidFill>
            <a:schemeClr val="bg1">
              <a:lumMod val="95000"/>
              <a:alpha val="17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ítulo 1"/>
          <p:cNvSpPr>
            <a:spLocks noGrp="1"/>
          </p:cNvSpPr>
          <p:nvPr>
            <p:ph type="ctrTitle"/>
          </p:nvPr>
        </p:nvSpPr>
        <p:spPr>
          <a:xfrm>
            <a:off x="838200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6" name="Subtítulo 2"/>
          <p:cNvSpPr>
            <a:spLocks noGrp="1"/>
          </p:cNvSpPr>
          <p:nvPr>
            <p:ph type="subTitle" idx="14"/>
          </p:nvPr>
        </p:nvSpPr>
        <p:spPr>
          <a:xfrm>
            <a:off x="845948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FA9CE1F9-5432-4664-B0FA-4E603E97F6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0FA904F5-C7BC-410B-B390-6744F58B9186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65159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903094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4" name="Marcador de número de diapositiva 1">
            <a:extLst>
              <a:ext uri="{FF2B5EF4-FFF2-40B4-BE49-F238E27FC236}">
                <a16:creationId xmlns:a16="http://schemas.microsoft.com/office/drawing/2014/main" id="{AEE8D4A1-AD1D-4438-AE5A-B48E95C1EA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E46DF-D07A-40FE-845A-37E11D93658A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1058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recto 11">
            <a:extLst>
              <a:ext uri="{FF2B5EF4-FFF2-40B4-BE49-F238E27FC236}">
                <a16:creationId xmlns:a16="http://schemas.microsoft.com/office/drawing/2014/main" id="{C096A3A5-0226-4DEA-9DED-91F7D6969A73}"/>
              </a:ext>
            </a:extLst>
          </p:cNvPr>
          <p:cNvCxnSpPr/>
          <p:nvPr userDrawn="1"/>
        </p:nvCxnSpPr>
        <p:spPr>
          <a:xfrm>
            <a:off x="5330825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194888" y="240030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49816" y="240030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3672353" y="413825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627280" y="413825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0" name="Título 1"/>
          <p:cNvSpPr>
            <a:spLocks noGrp="1"/>
          </p:cNvSpPr>
          <p:nvPr>
            <p:ph type="ctrTitle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1" name="Subtítulo 2"/>
          <p:cNvSpPr>
            <a:spLocks noGrp="1"/>
          </p:cNvSpPr>
          <p:nvPr>
            <p:ph type="subTitle" idx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13" name="Marcador de contenido 2"/>
          <p:cNvSpPr>
            <a:spLocks noGrp="1"/>
          </p:cNvSpPr>
          <p:nvPr>
            <p:ph sz="half" idx="14"/>
          </p:nvPr>
        </p:nvSpPr>
        <p:spPr>
          <a:xfrm>
            <a:off x="3672353" y="2719750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Marcador de contenido 2"/>
          <p:cNvSpPr>
            <a:spLocks noGrp="1"/>
          </p:cNvSpPr>
          <p:nvPr>
            <p:ph sz="half" idx="15"/>
          </p:nvPr>
        </p:nvSpPr>
        <p:spPr>
          <a:xfrm>
            <a:off x="3672353" y="2400300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Marcador de contenido 2"/>
          <p:cNvSpPr>
            <a:spLocks noGrp="1"/>
          </p:cNvSpPr>
          <p:nvPr>
            <p:ph sz="half" idx="16"/>
          </p:nvPr>
        </p:nvSpPr>
        <p:spPr>
          <a:xfrm>
            <a:off x="8639560" y="2719750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Marcador de contenido 2"/>
          <p:cNvSpPr>
            <a:spLocks noGrp="1"/>
          </p:cNvSpPr>
          <p:nvPr>
            <p:ph sz="half" idx="17"/>
          </p:nvPr>
        </p:nvSpPr>
        <p:spPr>
          <a:xfrm>
            <a:off x="8639560" y="2400300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1" name="Marcador de contenido 2"/>
          <p:cNvSpPr>
            <a:spLocks noGrp="1"/>
          </p:cNvSpPr>
          <p:nvPr>
            <p:ph sz="half" idx="18"/>
          </p:nvPr>
        </p:nvSpPr>
        <p:spPr>
          <a:xfrm>
            <a:off x="1200373" y="4455560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Marcador de contenido 2"/>
          <p:cNvSpPr>
            <a:spLocks noGrp="1"/>
          </p:cNvSpPr>
          <p:nvPr>
            <p:ph sz="half" idx="19"/>
          </p:nvPr>
        </p:nvSpPr>
        <p:spPr>
          <a:xfrm>
            <a:off x="1200373" y="4136110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Marcador de contenido 2"/>
          <p:cNvSpPr>
            <a:spLocks noGrp="1"/>
          </p:cNvSpPr>
          <p:nvPr>
            <p:ph sz="half" idx="20"/>
          </p:nvPr>
        </p:nvSpPr>
        <p:spPr>
          <a:xfrm>
            <a:off x="6167580" y="4455560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4" name="Marcador de contenido 2"/>
          <p:cNvSpPr>
            <a:spLocks noGrp="1"/>
          </p:cNvSpPr>
          <p:nvPr>
            <p:ph sz="half" idx="21"/>
          </p:nvPr>
        </p:nvSpPr>
        <p:spPr>
          <a:xfrm>
            <a:off x="6167580" y="4136110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Marcador de número de diapositiva 1">
            <a:extLst>
              <a:ext uri="{FF2B5EF4-FFF2-40B4-BE49-F238E27FC236}">
                <a16:creationId xmlns:a16="http://schemas.microsoft.com/office/drawing/2014/main" id="{7DC36CE1-C1CF-4BB4-B75A-10055B8FB5C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F83E434-5537-45E0-BA46-9E905445E9D6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318446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9EC4AFE-E76F-4A27-9CD1-608D23037591}"/>
              </a:ext>
            </a:extLst>
          </p:cNvPr>
          <p:cNvCxnSpPr>
            <a:cxnSpLocks/>
          </p:cNvCxnSpPr>
          <p:nvPr userDrawn="1"/>
        </p:nvCxnSpPr>
        <p:spPr>
          <a:xfrm>
            <a:off x="919163" y="746125"/>
            <a:ext cx="7874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4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ítulo 1"/>
          <p:cNvSpPr>
            <a:spLocks noGrp="1"/>
          </p:cNvSpPr>
          <p:nvPr>
            <p:ph type="ctrTitle"/>
          </p:nvPr>
        </p:nvSpPr>
        <p:spPr>
          <a:xfrm>
            <a:off x="838201" y="150759"/>
            <a:ext cx="5181600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6" name="Subtítulo 2"/>
          <p:cNvSpPr>
            <a:spLocks noGrp="1"/>
          </p:cNvSpPr>
          <p:nvPr>
            <p:ph type="subTitle" idx="14"/>
          </p:nvPr>
        </p:nvSpPr>
        <p:spPr>
          <a:xfrm>
            <a:off x="845949" y="802952"/>
            <a:ext cx="5173852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FEBAC9F2-C436-4491-B337-17B0D2433C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07EE5284-7AB1-4385-9CD5-5195448282FF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74691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">
            <a:extLst>
              <a:ext uri="{FF2B5EF4-FFF2-40B4-BE49-F238E27FC236}">
                <a16:creationId xmlns:a16="http://schemas.microsoft.com/office/drawing/2014/main" id="{FFE8DBED-CBA0-4FE5-ABBE-3A4796F8A2C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516563" y="811213"/>
            <a:ext cx="6230937" cy="5751512"/>
            <a:chOff x="524169" y="1662558"/>
            <a:chExt cx="4957762" cy="4651375"/>
          </a:xfrm>
        </p:grpSpPr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8A9422F7-BAE0-4BB4-8D5E-9C9891B2D8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169" y="1662558"/>
              <a:ext cx="4957762" cy="4651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8DA69B56-7B8D-4D23-86B0-06BC9D207188}"/>
                </a:ext>
              </a:extLst>
            </p:cNvPr>
            <p:cNvSpPr/>
            <p:nvPr/>
          </p:nvSpPr>
          <p:spPr>
            <a:xfrm>
              <a:off x="1062260" y="2272385"/>
              <a:ext cx="4020524" cy="22724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2" name="Picture 13">
            <a:extLst>
              <a:ext uri="{FF2B5EF4-FFF2-40B4-BE49-F238E27FC236}">
                <a16:creationId xmlns:a16="http://schemas.microsoft.com/office/drawing/2014/main" id="{43279F7A-3D05-4817-8009-2728168D9A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2647950"/>
            <a:ext cx="3697288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Conector recto 11">
            <a:extLst>
              <a:ext uri="{FF2B5EF4-FFF2-40B4-BE49-F238E27FC236}">
                <a16:creationId xmlns:a16="http://schemas.microsoft.com/office/drawing/2014/main" id="{32CB15A9-F7EE-4EAB-99FE-DC0B9701C37D}"/>
              </a:ext>
            </a:extLst>
          </p:cNvPr>
          <p:cNvCxnSpPr/>
          <p:nvPr userDrawn="1"/>
        </p:nvCxnSpPr>
        <p:spPr>
          <a:xfrm>
            <a:off x="5330825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192436" y="1565746"/>
            <a:ext cx="5053313" cy="28100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0190" y="3267074"/>
            <a:ext cx="1181100" cy="210026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0" name="Título 1"/>
          <p:cNvSpPr>
            <a:spLocks noGrp="1"/>
          </p:cNvSpPr>
          <p:nvPr>
            <p:ph type="ctrTitle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1" name="Subtítulo 2"/>
          <p:cNvSpPr>
            <a:spLocks noGrp="1"/>
          </p:cNvSpPr>
          <p:nvPr>
            <p:ph type="subTitle" idx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13" name="Marcador de contenido 2"/>
          <p:cNvSpPr>
            <a:spLocks noGrp="1"/>
          </p:cNvSpPr>
          <p:nvPr>
            <p:ph sz="half" idx="12"/>
          </p:nvPr>
        </p:nvSpPr>
        <p:spPr>
          <a:xfrm>
            <a:off x="838200" y="1825625"/>
            <a:ext cx="409801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Marcador de número de diapositiva 1">
            <a:extLst>
              <a:ext uri="{FF2B5EF4-FFF2-40B4-BE49-F238E27FC236}">
                <a16:creationId xmlns:a16="http://schemas.microsoft.com/office/drawing/2014/main" id="{41672A35-7F70-49BA-93E8-99486AB016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F9AB2F1-5978-46CC-B115-C84039938CBC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083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recto 27">
            <a:extLst>
              <a:ext uri="{FF2B5EF4-FFF2-40B4-BE49-F238E27FC236}">
                <a16:creationId xmlns:a16="http://schemas.microsoft.com/office/drawing/2014/main" id="{1461ECD1-3845-4F81-91CC-3A6ED8DB9A86}"/>
              </a:ext>
            </a:extLst>
          </p:cNvPr>
          <p:cNvCxnSpPr/>
          <p:nvPr userDrawn="1"/>
        </p:nvCxnSpPr>
        <p:spPr>
          <a:xfrm>
            <a:off x="5330825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240613" y="142842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8578899" y="142842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240613" y="370274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578899" y="370274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26" name="Título 1"/>
          <p:cNvSpPr>
            <a:spLocks noGrp="1"/>
          </p:cNvSpPr>
          <p:nvPr>
            <p:ph type="ctrTitle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27" name="Subtítulo 2"/>
          <p:cNvSpPr>
            <a:spLocks noGrp="1"/>
          </p:cNvSpPr>
          <p:nvPr>
            <p:ph type="subTitle" idx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33" name="Marcador de contenido 2"/>
          <p:cNvSpPr>
            <a:spLocks noGrp="1"/>
          </p:cNvSpPr>
          <p:nvPr>
            <p:ph sz="half" idx="14"/>
          </p:nvPr>
        </p:nvSpPr>
        <p:spPr>
          <a:xfrm>
            <a:off x="1030514" y="1919526"/>
            <a:ext cx="3812705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4" name="Marcador de contenido 2"/>
          <p:cNvSpPr>
            <a:spLocks noGrp="1"/>
          </p:cNvSpPr>
          <p:nvPr>
            <p:ph sz="half" idx="15"/>
          </p:nvPr>
        </p:nvSpPr>
        <p:spPr>
          <a:xfrm>
            <a:off x="1030514" y="1588394"/>
            <a:ext cx="3812706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Marcador de contenido 2"/>
          <p:cNvSpPr>
            <a:spLocks noGrp="1"/>
          </p:cNvSpPr>
          <p:nvPr>
            <p:ph sz="half" idx="16"/>
          </p:nvPr>
        </p:nvSpPr>
        <p:spPr>
          <a:xfrm>
            <a:off x="1030514" y="2973410"/>
            <a:ext cx="3812705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Marcador de contenido 2"/>
          <p:cNvSpPr>
            <a:spLocks noGrp="1"/>
          </p:cNvSpPr>
          <p:nvPr>
            <p:ph sz="half" idx="17"/>
          </p:nvPr>
        </p:nvSpPr>
        <p:spPr>
          <a:xfrm>
            <a:off x="1030514" y="2642278"/>
            <a:ext cx="3812706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5" name="Marcador de contenido 2"/>
          <p:cNvSpPr>
            <a:spLocks noGrp="1"/>
          </p:cNvSpPr>
          <p:nvPr>
            <p:ph sz="half" idx="18"/>
          </p:nvPr>
        </p:nvSpPr>
        <p:spPr>
          <a:xfrm>
            <a:off x="1030514" y="4011797"/>
            <a:ext cx="3812705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6" name="Marcador de contenido 2"/>
          <p:cNvSpPr>
            <a:spLocks noGrp="1"/>
          </p:cNvSpPr>
          <p:nvPr>
            <p:ph sz="half" idx="19"/>
          </p:nvPr>
        </p:nvSpPr>
        <p:spPr>
          <a:xfrm>
            <a:off x="1030514" y="3680665"/>
            <a:ext cx="3812706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7" name="Marcador de contenido 2"/>
          <p:cNvSpPr>
            <a:spLocks noGrp="1"/>
          </p:cNvSpPr>
          <p:nvPr>
            <p:ph sz="half" idx="20"/>
          </p:nvPr>
        </p:nvSpPr>
        <p:spPr>
          <a:xfrm>
            <a:off x="1030514" y="5065681"/>
            <a:ext cx="3812705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8" name="Marcador de contenido 2"/>
          <p:cNvSpPr>
            <a:spLocks noGrp="1"/>
          </p:cNvSpPr>
          <p:nvPr>
            <p:ph sz="half" idx="21"/>
          </p:nvPr>
        </p:nvSpPr>
        <p:spPr>
          <a:xfrm>
            <a:off x="1030514" y="4734549"/>
            <a:ext cx="3812706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Marcador de número de diapositiva 1">
            <a:extLst>
              <a:ext uri="{FF2B5EF4-FFF2-40B4-BE49-F238E27FC236}">
                <a16:creationId xmlns:a16="http://schemas.microsoft.com/office/drawing/2014/main" id="{056526E3-722F-4E27-8C4A-EB787C02EE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4CA692E2-DAFC-43DD-A8F0-EE75D7C4BBF4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06453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5">
            <a:extLst>
              <a:ext uri="{FF2B5EF4-FFF2-40B4-BE49-F238E27FC236}">
                <a16:creationId xmlns:a16="http://schemas.microsoft.com/office/drawing/2014/main" id="{C5C23652-409F-41A2-AF82-978E50FB1777}"/>
              </a:ext>
            </a:extLst>
          </p:cNvPr>
          <p:cNvCxnSpPr/>
          <p:nvPr userDrawn="1"/>
        </p:nvCxnSpPr>
        <p:spPr>
          <a:xfrm>
            <a:off x="5330825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039846" y="1829157"/>
            <a:ext cx="2140726" cy="4347805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7" name="Marcador de contenido 2"/>
          <p:cNvSpPr>
            <a:spLocks noGrp="1"/>
          </p:cNvSpPr>
          <p:nvPr>
            <p:ph sz="half" idx="1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193896" y="1829157"/>
            <a:ext cx="2140726" cy="4347805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FA047020-EA40-473A-B7DC-5C35B98BF9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47AF8CF0-2703-497F-A21E-1CA981E809E1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369709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F088346-98FF-4808-B50D-2BBFE2DA35D6}"/>
              </a:ext>
            </a:extLst>
          </p:cNvPr>
          <p:cNvCxnSpPr/>
          <p:nvPr userDrawn="1"/>
        </p:nvCxnSpPr>
        <p:spPr>
          <a:xfrm>
            <a:off x="5330825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1" y="2680910"/>
            <a:ext cx="2443940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43938" y="2680910"/>
            <a:ext cx="2443939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887878" y="2680910"/>
            <a:ext cx="2437015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24893" y="2680910"/>
            <a:ext cx="2437016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761909" y="2680910"/>
            <a:ext cx="2430091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2" name="Título 1"/>
          <p:cNvSpPr>
            <a:spLocks noGrp="1"/>
          </p:cNvSpPr>
          <p:nvPr>
            <p:ph type="ctrTitle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3" name="Subtítulo 2"/>
          <p:cNvSpPr>
            <a:spLocks noGrp="1"/>
          </p:cNvSpPr>
          <p:nvPr>
            <p:ph type="subTitle" idx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15" name="Marcador de número de diapositiva 1">
            <a:extLst>
              <a:ext uri="{FF2B5EF4-FFF2-40B4-BE49-F238E27FC236}">
                <a16:creationId xmlns:a16="http://schemas.microsoft.com/office/drawing/2014/main" id="{19B2CE97-67BC-4628-B416-FE3E0451F4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6FCAF9-F626-4A07-9631-F586EC3EFE24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08259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4">
            <a:extLst>
              <a:ext uri="{FF2B5EF4-FFF2-40B4-BE49-F238E27FC236}">
                <a16:creationId xmlns:a16="http://schemas.microsoft.com/office/drawing/2014/main" id="{3CA41D23-54C5-4051-A2E2-77D5FBB807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463" y="73025"/>
            <a:ext cx="4681537" cy="545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27355"/>
            <a:ext cx="12192000" cy="420329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7C64BF95-511E-492A-84BD-61230FEA4A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5233C403-6170-41A3-82CD-765EA9243694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38290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4064001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064000" y="0"/>
            <a:ext cx="4064001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8127999" y="0"/>
            <a:ext cx="4064001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27CC578C-E7B5-4506-AB5B-01A66F8C6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209059-CBFA-4C9F-A818-92B64BCF6323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44280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17">
            <a:extLst>
              <a:ext uri="{FF2B5EF4-FFF2-40B4-BE49-F238E27FC236}">
                <a16:creationId xmlns:a16="http://schemas.microsoft.com/office/drawing/2014/main" id="{D6D262E6-2312-4502-B025-DF0186C355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688" y="839788"/>
            <a:ext cx="7453312" cy="534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recto 21">
            <a:extLst>
              <a:ext uri="{FF2B5EF4-FFF2-40B4-BE49-F238E27FC236}">
                <a16:creationId xmlns:a16="http://schemas.microsoft.com/office/drawing/2014/main" id="{3C8D450D-4A08-4E09-BC66-C8656AC451FA}"/>
              </a:ext>
            </a:extLst>
          </p:cNvPr>
          <p:cNvCxnSpPr>
            <a:cxnSpLocks/>
          </p:cNvCxnSpPr>
          <p:nvPr userDrawn="1"/>
        </p:nvCxnSpPr>
        <p:spPr>
          <a:xfrm>
            <a:off x="919163" y="746125"/>
            <a:ext cx="74295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050280" y="1295400"/>
            <a:ext cx="6370320" cy="399288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9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3270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ítulo 1"/>
          <p:cNvSpPr>
            <a:spLocks noGrp="1"/>
          </p:cNvSpPr>
          <p:nvPr>
            <p:ph type="ctrTitle"/>
          </p:nvPr>
        </p:nvSpPr>
        <p:spPr>
          <a:xfrm>
            <a:off x="838201" y="150759"/>
            <a:ext cx="5937164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21" name="Subtítulo 2"/>
          <p:cNvSpPr>
            <a:spLocks noGrp="1"/>
          </p:cNvSpPr>
          <p:nvPr>
            <p:ph type="subTitle" idx="14"/>
          </p:nvPr>
        </p:nvSpPr>
        <p:spPr>
          <a:xfrm>
            <a:off x="845949" y="802952"/>
            <a:ext cx="5937164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8F701818-D804-4F5D-8EB2-D3DE62B872F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8B47ADB7-9F88-431C-B1DA-6C6171A5572D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361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6044933-C446-41ED-9C05-0A7375573522}"/>
              </a:ext>
            </a:extLst>
          </p:cNvPr>
          <p:cNvCxnSpPr/>
          <p:nvPr userDrawn="1"/>
        </p:nvCxnSpPr>
        <p:spPr>
          <a:xfrm>
            <a:off x="5330825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3E125899-70EF-42E1-93D3-24D597EB9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B8797CBE-B5E7-4C21-84E7-E1F0C82ECBA8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050622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7_Title Slide">
    <p:bg>
      <p:bgPr>
        <a:gradFill rotWithShape="0">
          <a:gsLst>
            <a:gs pos="0">
              <a:srgbClr val="002F2C"/>
            </a:gs>
            <a:gs pos="2000">
              <a:srgbClr val="002F2C"/>
            </a:gs>
            <a:gs pos="100000">
              <a:srgbClr val="002321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25">
            <a:extLst>
              <a:ext uri="{FF2B5EF4-FFF2-40B4-BE49-F238E27FC236}">
                <a16:creationId xmlns:a16="http://schemas.microsoft.com/office/drawing/2014/main" id="{8B62D13D-0822-46FE-87D2-3912F1FAFAB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79400" y="6165850"/>
            <a:ext cx="12471400" cy="855663"/>
            <a:chOff x="-278969" y="6165435"/>
            <a:chExt cx="12470969" cy="855297"/>
          </a:xfrm>
        </p:grpSpPr>
        <p:sp>
          <p:nvSpPr>
            <p:cNvPr id="3" name="TextBox 17">
              <a:extLst>
                <a:ext uri="{FF2B5EF4-FFF2-40B4-BE49-F238E27FC236}">
                  <a16:creationId xmlns:a16="http://schemas.microsoft.com/office/drawing/2014/main" id="{F2418A74-F52E-4FA6-86CC-510EAC31D132}"/>
                </a:ext>
              </a:extLst>
            </p:cNvPr>
            <p:cNvSpPr txBox="1"/>
            <p:nvPr userDrawn="1"/>
          </p:nvSpPr>
          <p:spPr>
            <a:xfrm>
              <a:off x="11012529" y="6584356"/>
              <a:ext cx="617516" cy="238023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900" spc="300">
                  <a:solidFill>
                    <a:schemeClr val="bg1">
                      <a:lumMod val="75000"/>
                    </a:schemeClr>
                  </a:solidFill>
                  <a:ea typeface="Roboto Condensed" panose="02000000000000000000" pitchFamily="2" charset="0"/>
                  <a:cs typeface="Segoe UI" panose="020B0502040204020203" pitchFamily="34" charset="0"/>
                </a:rPr>
                <a:t>PAGE</a:t>
              </a:r>
              <a:r>
                <a:rPr lang="en-US" sz="900" spc="300">
                  <a:solidFill>
                    <a:srgbClr val="00D975"/>
                  </a:solidFill>
                  <a:ea typeface="Roboto Condensed" panose="02000000000000000000" pitchFamily="2" charset="0"/>
                  <a:cs typeface="Segoe UI" panose="020B0502040204020203" pitchFamily="34" charset="0"/>
                </a:rPr>
                <a:t>\\</a:t>
              </a:r>
              <a:endParaRPr lang="id-ID" sz="900" spc="300">
                <a:solidFill>
                  <a:srgbClr val="00D975"/>
                </a:solidFill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77317FEB-EC0B-4F6A-96A5-6F9DB7D2CC9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603433" y="6612364"/>
              <a:ext cx="217719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algn="r" eaLnBrk="1" hangingPunct="1"/>
              <a:r>
                <a:rPr lang="fr-FR" altLang="fr-FR" sz="700">
                  <a:solidFill>
                    <a:srgbClr val="BFBFBF"/>
                  </a:solidFill>
                </a:rPr>
                <a:t>Exclusive </a:t>
              </a:r>
              <a:r>
                <a:rPr lang="fr-FR" altLang="fr-FR" sz="700" err="1">
                  <a:solidFill>
                    <a:srgbClr val="BFBFBF"/>
                  </a:solidFill>
                </a:rPr>
                <a:t>property</a:t>
              </a:r>
              <a:r>
                <a:rPr lang="fr-FR" altLang="fr-FR" sz="700">
                  <a:solidFill>
                    <a:srgbClr val="BFBFBF"/>
                  </a:solidFill>
                </a:rPr>
                <a:t> of be </a:t>
              </a:r>
              <a:r>
                <a:rPr lang="fr-FR" altLang="fr-FR" sz="700" err="1">
                  <a:solidFill>
                    <a:srgbClr val="BFBFBF"/>
                  </a:solidFill>
                </a:rPr>
                <a:t>ys</a:t>
              </a:r>
              <a:r>
                <a:rPr lang="fr-FR" altLang="fr-FR" sz="700">
                  <a:solidFill>
                    <a:srgbClr val="BFBFBF"/>
                  </a:solidFill>
                </a:rPr>
                <a:t>  \  Reproduction </a:t>
              </a:r>
              <a:r>
                <a:rPr lang="fr-FR" altLang="fr-FR" sz="700" err="1">
                  <a:solidFill>
                    <a:srgbClr val="BFBFBF"/>
                  </a:solidFill>
                </a:rPr>
                <a:t>prohibited</a:t>
              </a:r>
              <a:endParaRPr lang="fr-FR" altLang="fr-FR" sz="700">
                <a:solidFill>
                  <a:srgbClr val="BFBFBF"/>
                </a:solidFill>
              </a:endParaRPr>
            </a:p>
          </p:txBody>
        </p:sp>
        <p:pic>
          <p:nvPicPr>
            <p:cNvPr id="5" name="Gráfico 29">
              <a:extLst>
                <a:ext uri="{FF2B5EF4-FFF2-40B4-BE49-F238E27FC236}">
                  <a16:creationId xmlns:a16="http://schemas.microsoft.com/office/drawing/2014/main" id="{A0D7C616-C73D-4827-A20B-04CDE90E3D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/>
            <a:stretch>
              <a:fillRect/>
            </a:stretch>
          </p:blipFill>
          <p:spPr>
            <a:xfrm>
              <a:off x="-278969" y="6165435"/>
              <a:ext cx="1139786" cy="855297"/>
            </a:xfrm>
            <a:prstGeom prst="rect">
              <a:avLst/>
            </a:prstGeom>
          </p:spPr>
        </p:pic>
        <p:cxnSp>
          <p:nvCxnSpPr>
            <p:cNvPr id="6" name="Conector recto 30">
              <a:extLst>
                <a:ext uri="{FF2B5EF4-FFF2-40B4-BE49-F238E27FC236}">
                  <a16:creationId xmlns:a16="http://schemas.microsoft.com/office/drawing/2014/main" id="{64E67FFA-6F95-4E85-A1B7-B1417033CF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7301" y="6562140"/>
              <a:ext cx="11594699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" name="Marcador de número de diapositiva 1">
            <a:extLst>
              <a:ext uri="{FF2B5EF4-FFF2-40B4-BE49-F238E27FC236}">
                <a16:creationId xmlns:a16="http://schemas.microsoft.com/office/drawing/2014/main" id="{4DAEE3BB-5045-4C49-8DF9-3004D79A3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EBF5CA4-1130-4F08-AB68-6497B0539036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735043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recto 53">
            <a:extLst>
              <a:ext uri="{FF2B5EF4-FFF2-40B4-BE49-F238E27FC236}">
                <a16:creationId xmlns:a16="http://schemas.microsoft.com/office/drawing/2014/main" id="{63A1E31A-DDFB-4666-982A-177E76551BA7}"/>
              </a:ext>
            </a:extLst>
          </p:cNvPr>
          <p:cNvCxnSpPr/>
          <p:nvPr userDrawn="1"/>
        </p:nvCxnSpPr>
        <p:spPr>
          <a:xfrm>
            <a:off x="5330825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Título 1"/>
          <p:cNvSpPr>
            <a:spLocks noGrp="1"/>
          </p:cNvSpPr>
          <p:nvPr>
            <p:ph type="ctrTitle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53" name="Subtítulo 2"/>
          <p:cNvSpPr>
            <a:spLocks noGrp="1"/>
          </p:cNvSpPr>
          <p:nvPr>
            <p:ph type="subTitle" idx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71" name="Marcador de contenido 2"/>
          <p:cNvSpPr>
            <a:spLocks noGrp="1"/>
          </p:cNvSpPr>
          <p:nvPr>
            <p:ph sz="half" idx="10"/>
          </p:nvPr>
        </p:nvSpPr>
        <p:spPr>
          <a:xfrm>
            <a:off x="1101731" y="2206819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2" name="Marcador de contenido 2"/>
          <p:cNvSpPr>
            <a:spLocks noGrp="1"/>
          </p:cNvSpPr>
          <p:nvPr>
            <p:ph sz="half" idx="11"/>
          </p:nvPr>
        </p:nvSpPr>
        <p:spPr>
          <a:xfrm>
            <a:off x="1101730" y="1836942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3" name="Marcador de contenido 2"/>
          <p:cNvSpPr>
            <a:spLocks noGrp="1"/>
          </p:cNvSpPr>
          <p:nvPr>
            <p:ph sz="half" idx="12"/>
          </p:nvPr>
        </p:nvSpPr>
        <p:spPr>
          <a:xfrm>
            <a:off x="1101731" y="418285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4" name="Marcador de contenido 2"/>
          <p:cNvSpPr>
            <a:spLocks noGrp="1"/>
          </p:cNvSpPr>
          <p:nvPr>
            <p:ph sz="half" idx="13"/>
          </p:nvPr>
        </p:nvSpPr>
        <p:spPr>
          <a:xfrm>
            <a:off x="1101730" y="3812976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5" name="Marcador de contenido 2"/>
          <p:cNvSpPr>
            <a:spLocks noGrp="1"/>
          </p:cNvSpPr>
          <p:nvPr>
            <p:ph sz="half" idx="14"/>
          </p:nvPr>
        </p:nvSpPr>
        <p:spPr>
          <a:xfrm>
            <a:off x="4581100" y="2206819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6" name="Marcador de contenido 2"/>
          <p:cNvSpPr>
            <a:spLocks noGrp="1"/>
          </p:cNvSpPr>
          <p:nvPr>
            <p:ph sz="half" idx="15"/>
          </p:nvPr>
        </p:nvSpPr>
        <p:spPr>
          <a:xfrm>
            <a:off x="4581099" y="1836942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7" name="Marcador de contenido 2"/>
          <p:cNvSpPr>
            <a:spLocks noGrp="1"/>
          </p:cNvSpPr>
          <p:nvPr>
            <p:ph sz="half" idx="16"/>
          </p:nvPr>
        </p:nvSpPr>
        <p:spPr>
          <a:xfrm>
            <a:off x="4581100" y="418285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8" name="Marcador de contenido 2"/>
          <p:cNvSpPr>
            <a:spLocks noGrp="1"/>
          </p:cNvSpPr>
          <p:nvPr>
            <p:ph sz="half" idx="17"/>
          </p:nvPr>
        </p:nvSpPr>
        <p:spPr>
          <a:xfrm>
            <a:off x="4581099" y="3812976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9" name="Marcador de contenido 2"/>
          <p:cNvSpPr>
            <a:spLocks noGrp="1"/>
          </p:cNvSpPr>
          <p:nvPr>
            <p:ph sz="half" idx="18"/>
          </p:nvPr>
        </p:nvSpPr>
        <p:spPr>
          <a:xfrm>
            <a:off x="8083717" y="2206819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0" name="Marcador de contenido 2"/>
          <p:cNvSpPr>
            <a:spLocks noGrp="1"/>
          </p:cNvSpPr>
          <p:nvPr>
            <p:ph sz="half" idx="19"/>
          </p:nvPr>
        </p:nvSpPr>
        <p:spPr>
          <a:xfrm>
            <a:off x="8083716" y="1836942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1" name="Marcador de contenido 2"/>
          <p:cNvSpPr>
            <a:spLocks noGrp="1"/>
          </p:cNvSpPr>
          <p:nvPr>
            <p:ph sz="half" idx="20"/>
          </p:nvPr>
        </p:nvSpPr>
        <p:spPr>
          <a:xfrm>
            <a:off x="8083717" y="418285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2" name="Marcador de contenido 2"/>
          <p:cNvSpPr>
            <a:spLocks noGrp="1"/>
          </p:cNvSpPr>
          <p:nvPr>
            <p:ph sz="half" idx="21"/>
          </p:nvPr>
        </p:nvSpPr>
        <p:spPr>
          <a:xfrm>
            <a:off x="8083716" y="3812976"/>
            <a:ext cx="3137057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Marcador de número de diapositiva 1">
            <a:extLst>
              <a:ext uri="{FF2B5EF4-FFF2-40B4-BE49-F238E27FC236}">
                <a16:creationId xmlns:a16="http://schemas.microsoft.com/office/drawing/2014/main" id="{9B7E33EA-5685-4EF1-9827-7584A8586E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0AA12228-683C-4284-8949-C93EA1020F91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6512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">
            <a:extLst>
              <a:ext uri="{FF2B5EF4-FFF2-40B4-BE49-F238E27FC236}">
                <a16:creationId xmlns:a16="http://schemas.microsoft.com/office/drawing/2014/main" id="{0BFDF814-7828-48ED-9818-CF3A9E6F572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420938" y="1565275"/>
            <a:ext cx="4260850" cy="4283075"/>
            <a:chOff x="319937" y="0"/>
            <a:chExt cx="8521952" cy="8564927"/>
          </a:xfrm>
        </p:grpSpPr>
        <p:sp>
          <p:nvSpPr>
            <p:cNvPr id="14" name="Многоугольник">
              <a:extLst>
                <a:ext uri="{FF2B5EF4-FFF2-40B4-BE49-F238E27FC236}">
                  <a16:creationId xmlns:a16="http://schemas.microsoft.com/office/drawing/2014/main" id="{AD768A09-4138-4FF2-8CB4-4DCCDA36C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270" y="0"/>
              <a:ext cx="4136219" cy="4776093"/>
            </a:xfrm>
            <a:custGeom>
              <a:avLst/>
              <a:gdLst>
                <a:gd name="T0" fmla="*/ 2068110 w 21600"/>
                <a:gd name="T1" fmla="*/ 2388047 h 21600"/>
                <a:gd name="T2" fmla="*/ 2068110 w 21600"/>
                <a:gd name="T3" fmla="*/ 2388047 h 21600"/>
                <a:gd name="T4" fmla="*/ 2068110 w 21600"/>
                <a:gd name="T5" fmla="*/ 2388047 h 21600"/>
                <a:gd name="T6" fmla="*/ 2068110 w 21600"/>
                <a:gd name="T7" fmla="*/ 23880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lnTo>
                    <a:pt x="10800" y="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9051" tIns="19051" rIns="19051" bIns="19051" anchor="ctr"/>
            <a:lstStyle/>
            <a:p>
              <a:endParaRPr lang="fr-FR"/>
            </a:p>
          </p:txBody>
        </p:sp>
        <p:sp>
          <p:nvSpPr>
            <p:cNvPr id="15" name="Многоугольник">
              <a:extLst>
                <a:ext uri="{FF2B5EF4-FFF2-40B4-BE49-F238E27FC236}">
                  <a16:creationId xmlns:a16="http://schemas.microsoft.com/office/drawing/2014/main" id="{F21D6451-3523-4F1E-BE06-4CA8B2239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37" y="3788833"/>
              <a:ext cx="4136219" cy="4776094"/>
            </a:xfrm>
            <a:custGeom>
              <a:avLst/>
              <a:gdLst>
                <a:gd name="T0" fmla="*/ 2068110 w 21600"/>
                <a:gd name="T1" fmla="*/ 2388047 h 21600"/>
                <a:gd name="T2" fmla="*/ 2068110 w 21600"/>
                <a:gd name="T3" fmla="*/ 2388047 h 21600"/>
                <a:gd name="T4" fmla="*/ 2068110 w 21600"/>
                <a:gd name="T5" fmla="*/ 2388047 h 21600"/>
                <a:gd name="T6" fmla="*/ 2068110 w 21600"/>
                <a:gd name="T7" fmla="*/ 23880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lnTo>
                    <a:pt x="10800" y="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9051" tIns="19051" rIns="19051" bIns="19051" anchor="ctr"/>
            <a:lstStyle/>
            <a:p>
              <a:endParaRPr lang="fr-FR"/>
            </a:p>
          </p:txBody>
        </p:sp>
        <p:sp>
          <p:nvSpPr>
            <p:cNvPr id="16" name="Многоугольник">
              <a:extLst>
                <a:ext uri="{FF2B5EF4-FFF2-40B4-BE49-F238E27FC236}">
                  <a16:creationId xmlns:a16="http://schemas.microsoft.com/office/drawing/2014/main" id="{61EEDAE8-459C-4FB1-946E-CFBAF078E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5670" y="3788833"/>
              <a:ext cx="4136219" cy="4776094"/>
            </a:xfrm>
            <a:custGeom>
              <a:avLst/>
              <a:gdLst>
                <a:gd name="T0" fmla="*/ 2068110 w 21600"/>
                <a:gd name="T1" fmla="*/ 2388047 h 21600"/>
                <a:gd name="T2" fmla="*/ 2068110 w 21600"/>
                <a:gd name="T3" fmla="*/ 2388047 h 21600"/>
                <a:gd name="T4" fmla="*/ 2068110 w 21600"/>
                <a:gd name="T5" fmla="*/ 2388047 h 21600"/>
                <a:gd name="T6" fmla="*/ 2068110 w 21600"/>
                <a:gd name="T7" fmla="*/ 23880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lnTo>
                    <a:pt x="10800" y="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9051" tIns="19051" rIns="19051" bIns="19051" anchor="ctr"/>
            <a:lstStyle/>
            <a:p>
              <a:endParaRPr lang="fr-FR"/>
            </a:p>
          </p:txBody>
        </p:sp>
      </p:grpSp>
      <p:cxnSp>
        <p:nvCxnSpPr>
          <p:cNvPr id="17" name="Conector recto 29">
            <a:extLst>
              <a:ext uri="{FF2B5EF4-FFF2-40B4-BE49-F238E27FC236}">
                <a16:creationId xmlns:a16="http://schemas.microsoft.com/office/drawing/2014/main" id="{4FF5FF05-EBF1-41C6-B299-A8949C8B508C}"/>
              </a:ext>
            </a:extLst>
          </p:cNvPr>
          <p:cNvCxnSpPr/>
          <p:nvPr userDrawn="1"/>
        </p:nvCxnSpPr>
        <p:spPr>
          <a:xfrm>
            <a:off x="5330825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ítulo 1"/>
          <p:cNvSpPr>
            <a:spLocks noGrp="1"/>
          </p:cNvSpPr>
          <p:nvPr>
            <p:ph type="ctrTitle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29" name="Subtítulo 2"/>
          <p:cNvSpPr>
            <a:spLocks noGrp="1"/>
          </p:cNvSpPr>
          <p:nvPr>
            <p:ph type="subTitle" idx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36" name="Marcador de contenido 2"/>
          <p:cNvSpPr>
            <a:spLocks noGrp="1"/>
          </p:cNvSpPr>
          <p:nvPr>
            <p:ph sz="half" idx="10"/>
          </p:nvPr>
        </p:nvSpPr>
        <p:spPr>
          <a:xfrm>
            <a:off x="7339738" y="2406533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7" name="Marcador de contenido 2"/>
          <p:cNvSpPr>
            <a:spLocks noGrp="1"/>
          </p:cNvSpPr>
          <p:nvPr>
            <p:ph sz="half" idx="11"/>
          </p:nvPr>
        </p:nvSpPr>
        <p:spPr>
          <a:xfrm>
            <a:off x="7339738" y="2036655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8" name="Marcador de contenido 2"/>
          <p:cNvSpPr>
            <a:spLocks noGrp="1"/>
          </p:cNvSpPr>
          <p:nvPr>
            <p:ph sz="half" idx="12"/>
          </p:nvPr>
        </p:nvSpPr>
        <p:spPr>
          <a:xfrm>
            <a:off x="7339738" y="3553407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9" name="Marcador de contenido 2"/>
          <p:cNvSpPr>
            <a:spLocks noGrp="1"/>
          </p:cNvSpPr>
          <p:nvPr>
            <p:ph sz="half" idx="13"/>
          </p:nvPr>
        </p:nvSpPr>
        <p:spPr>
          <a:xfrm>
            <a:off x="7339738" y="3183529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0" name="Marcador de contenido 2"/>
          <p:cNvSpPr>
            <a:spLocks noGrp="1"/>
          </p:cNvSpPr>
          <p:nvPr>
            <p:ph sz="half" idx="14"/>
          </p:nvPr>
        </p:nvSpPr>
        <p:spPr>
          <a:xfrm>
            <a:off x="7339738" y="4715780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Marcador de contenido 2"/>
          <p:cNvSpPr>
            <a:spLocks noGrp="1"/>
          </p:cNvSpPr>
          <p:nvPr>
            <p:ph sz="half" idx="15"/>
          </p:nvPr>
        </p:nvSpPr>
        <p:spPr>
          <a:xfrm>
            <a:off x="7339738" y="4345902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3" name="Marcador de contenido 2"/>
          <p:cNvSpPr>
            <a:spLocks noGrp="1"/>
          </p:cNvSpPr>
          <p:nvPr>
            <p:ph sz="half" idx="16"/>
          </p:nvPr>
        </p:nvSpPr>
        <p:spPr>
          <a:xfrm>
            <a:off x="3638616" y="2183791"/>
            <a:ext cx="1832286" cy="11560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5" name="Marcador de contenido 2"/>
          <p:cNvSpPr>
            <a:spLocks noGrp="1"/>
          </p:cNvSpPr>
          <p:nvPr>
            <p:ph sz="half" idx="17"/>
          </p:nvPr>
        </p:nvSpPr>
        <p:spPr>
          <a:xfrm>
            <a:off x="2530487" y="4135240"/>
            <a:ext cx="1830296" cy="1156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7" name="Marcador de contenido 2"/>
          <p:cNvSpPr>
            <a:spLocks noGrp="1"/>
          </p:cNvSpPr>
          <p:nvPr>
            <p:ph sz="half" idx="18"/>
          </p:nvPr>
        </p:nvSpPr>
        <p:spPr>
          <a:xfrm>
            <a:off x="4731246" y="4135240"/>
            <a:ext cx="1832286" cy="1156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Marcador de número de diapositiva 1">
            <a:extLst>
              <a:ext uri="{FF2B5EF4-FFF2-40B4-BE49-F238E27FC236}">
                <a16:creationId xmlns:a16="http://schemas.microsoft.com/office/drawing/2014/main" id="{DCF4CDD0-BC4B-445A-96CA-2AD5269D54F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1B1572F-0523-4EE9-B090-F981CF2366B0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89786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">
            <a:extLst>
              <a:ext uri="{FF2B5EF4-FFF2-40B4-BE49-F238E27FC236}">
                <a16:creationId xmlns:a16="http://schemas.microsoft.com/office/drawing/2014/main" id="{F011C76F-319D-497F-B968-6AFADD4E19F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87438" y="2216150"/>
            <a:ext cx="9491662" cy="1368425"/>
            <a:chOff x="0" y="466488"/>
            <a:chExt cx="18983965" cy="2736463"/>
          </a:xfrm>
        </p:grpSpPr>
        <p:sp>
          <p:nvSpPr>
            <p:cNvPr id="15" name="Линия">
              <a:extLst>
                <a:ext uri="{FF2B5EF4-FFF2-40B4-BE49-F238E27FC236}">
                  <a16:creationId xmlns:a16="http://schemas.microsoft.com/office/drawing/2014/main" id="{93792A71-DF84-4CE3-A959-D10BD1ADA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66" y="3079250"/>
              <a:ext cx="17356707" cy="0"/>
            </a:xfrm>
            <a:prstGeom prst="line">
              <a:avLst/>
            </a:prstGeom>
            <a:noFill/>
            <a:ln w="19050">
              <a:solidFill>
                <a:srgbClr val="00D975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fr-FR"/>
            </a:p>
          </p:txBody>
        </p:sp>
        <p:sp>
          <p:nvSpPr>
            <p:cNvPr id="16" name="Кружок">
              <a:extLst>
                <a:ext uri="{FF2B5EF4-FFF2-40B4-BE49-F238E27FC236}">
                  <a16:creationId xmlns:a16="http://schemas.microsoft.com/office/drawing/2014/main" id="{5B934EC4-1E6F-4794-98AC-53303D8B5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fr-FR" altLang="fr-FR" sz="1600">
                <a:solidFill>
                  <a:srgbClr val="FFFFFF"/>
                </a:solidFill>
                <a:sym typeface="Helvetica Neue Medium"/>
              </a:endParaRPr>
            </a:p>
          </p:txBody>
        </p:sp>
        <p:sp>
          <p:nvSpPr>
            <p:cNvPr id="17" name="Кружок">
              <a:extLst>
                <a:ext uri="{FF2B5EF4-FFF2-40B4-BE49-F238E27FC236}">
                  <a16:creationId xmlns:a16="http://schemas.microsoft.com/office/drawing/2014/main" id="{0049675D-F67A-47D2-8893-B18C8A06B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fr-FR" altLang="fr-FR" sz="1600">
                <a:solidFill>
                  <a:srgbClr val="FFFFFF"/>
                </a:solidFill>
                <a:sym typeface="Helvetica Neue Medium"/>
              </a:endParaRPr>
            </a:p>
          </p:txBody>
        </p:sp>
        <p:sp>
          <p:nvSpPr>
            <p:cNvPr id="18" name="Кружок">
              <a:extLst>
                <a:ext uri="{FF2B5EF4-FFF2-40B4-BE49-F238E27FC236}">
                  <a16:creationId xmlns:a16="http://schemas.microsoft.com/office/drawing/2014/main" id="{A4A1BE09-11B1-45F1-B281-2C48AAB20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fr-FR" altLang="fr-FR" sz="1600">
                <a:solidFill>
                  <a:srgbClr val="FFFFFF"/>
                </a:solidFill>
                <a:sym typeface="Helvetica Neue Medium"/>
              </a:endParaRPr>
            </a:p>
          </p:txBody>
        </p:sp>
        <p:sp>
          <p:nvSpPr>
            <p:cNvPr id="19" name="Кружок">
              <a:extLst>
                <a:ext uri="{FF2B5EF4-FFF2-40B4-BE49-F238E27FC236}">
                  <a16:creationId xmlns:a16="http://schemas.microsoft.com/office/drawing/2014/main" id="{B7DE39BC-D2A9-44AC-BE52-1D1AE8FAC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fr-FR" altLang="fr-FR" sz="1600">
                <a:solidFill>
                  <a:srgbClr val="FFFFFF"/>
                </a:solidFill>
                <a:sym typeface="Helvetica Neue Medium"/>
              </a:endParaRPr>
            </a:p>
          </p:txBody>
        </p:sp>
        <p:sp>
          <p:nvSpPr>
            <p:cNvPr id="20" name="Кружок">
              <a:extLst>
                <a:ext uri="{FF2B5EF4-FFF2-40B4-BE49-F238E27FC236}">
                  <a16:creationId xmlns:a16="http://schemas.microsoft.com/office/drawing/2014/main" id="{3A9D3B6C-47AE-45C1-95AC-8BDE31E58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fr-FR" altLang="fr-FR" sz="1600">
                <a:solidFill>
                  <a:srgbClr val="FFFFFF"/>
                </a:solidFill>
                <a:sym typeface="Helvetica Neue Medium"/>
              </a:endParaRPr>
            </a:p>
          </p:txBody>
        </p:sp>
        <p:sp>
          <p:nvSpPr>
            <p:cNvPr id="21" name="1.">
              <a:extLst>
                <a:ext uri="{FF2B5EF4-FFF2-40B4-BE49-F238E27FC236}">
                  <a16:creationId xmlns:a16="http://schemas.microsoft.com/office/drawing/2014/main" id="{27E6E203-20B7-4AF3-8FBB-529774D07C6F}"/>
                </a:ext>
              </a:extLst>
            </p:cNvPr>
            <p:cNvSpPr txBox="1"/>
            <p:nvPr/>
          </p:nvSpPr>
          <p:spPr>
            <a:xfrm>
              <a:off x="0" y="466488"/>
              <a:ext cx="1914589" cy="16412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25400" tIns="25400" rIns="25400" bIns="25400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5000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22" name="2.">
              <a:extLst>
                <a:ext uri="{FF2B5EF4-FFF2-40B4-BE49-F238E27FC236}">
                  <a16:creationId xmlns:a16="http://schemas.microsoft.com/office/drawing/2014/main" id="{AEAD7A55-CEBF-45F2-B687-846B408D2440}"/>
                </a:ext>
              </a:extLst>
            </p:cNvPr>
            <p:cNvSpPr txBox="1"/>
            <p:nvPr/>
          </p:nvSpPr>
          <p:spPr>
            <a:xfrm>
              <a:off x="4241943" y="466488"/>
              <a:ext cx="1914589" cy="16412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25400" tIns="25400" rIns="25400" bIns="25400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5000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23" name="4.">
              <a:extLst>
                <a:ext uri="{FF2B5EF4-FFF2-40B4-BE49-F238E27FC236}">
                  <a16:creationId xmlns:a16="http://schemas.microsoft.com/office/drawing/2014/main" id="{DEE81A6C-7534-4685-80FE-6AE361A4E8B0}"/>
                </a:ext>
              </a:extLst>
            </p:cNvPr>
            <p:cNvSpPr txBox="1"/>
            <p:nvPr/>
          </p:nvSpPr>
          <p:spPr>
            <a:xfrm>
              <a:off x="12763931" y="466488"/>
              <a:ext cx="1914589" cy="16412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25400" tIns="25400" rIns="25400" bIns="25400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5000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24" name="5.">
              <a:extLst>
                <a:ext uri="{FF2B5EF4-FFF2-40B4-BE49-F238E27FC236}">
                  <a16:creationId xmlns:a16="http://schemas.microsoft.com/office/drawing/2014/main" id="{17134535-D918-4C97-8D6E-D5A0AB58928D}"/>
                </a:ext>
              </a:extLst>
            </p:cNvPr>
            <p:cNvSpPr txBox="1"/>
            <p:nvPr/>
          </p:nvSpPr>
          <p:spPr>
            <a:xfrm>
              <a:off x="17069376" y="466488"/>
              <a:ext cx="1914589" cy="16412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25400" tIns="25400" rIns="25400" bIns="25400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5000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25" name="2.">
              <a:extLst>
                <a:ext uri="{FF2B5EF4-FFF2-40B4-BE49-F238E27FC236}">
                  <a16:creationId xmlns:a16="http://schemas.microsoft.com/office/drawing/2014/main" id="{970CB39C-E7F5-498A-8230-B0D0CCB89E76}"/>
                </a:ext>
              </a:extLst>
            </p:cNvPr>
            <p:cNvSpPr txBox="1"/>
            <p:nvPr userDrawn="1"/>
          </p:nvSpPr>
          <p:spPr>
            <a:xfrm>
              <a:off x="8518812" y="466488"/>
              <a:ext cx="1914591" cy="16412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25400" tIns="25400" rIns="25400" bIns="25400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5000">
                  <a:latin typeface="Corbel" panose="020B0503020204020204" pitchFamily="34" charset="0"/>
                </a:rPr>
                <a:t>3</a:t>
              </a:r>
              <a:r>
                <a:rPr sz="5000">
                  <a:latin typeface="Corbel" panose="020B0503020204020204" pitchFamily="34" charset="0"/>
                </a:rPr>
                <a:t>.</a:t>
              </a:r>
            </a:p>
          </p:txBody>
        </p:sp>
      </p:grpSp>
      <p:cxnSp>
        <p:nvCxnSpPr>
          <p:cNvPr id="26" name="Conector recto 126">
            <a:extLst>
              <a:ext uri="{FF2B5EF4-FFF2-40B4-BE49-F238E27FC236}">
                <a16:creationId xmlns:a16="http://schemas.microsoft.com/office/drawing/2014/main" id="{E606E2A1-4986-45ED-983C-D7674611A921}"/>
              </a:ext>
            </a:extLst>
          </p:cNvPr>
          <p:cNvCxnSpPr/>
          <p:nvPr userDrawn="1"/>
        </p:nvCxnSpPr>
        <p:spPr>
          <a:xfrm>
            <a:off x="5330825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5" name="Título 1"/>
          <p:cNvSpPr>
            <a:spLocks noGrp="1"/>
          </p:cNvSpPr>
          <p:nvPr>
            <p:ph type="ctrTitle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26" name="Subtítulo 2"/>
          <p:cNvSpPr>
            <a:spLocks noGrp="1"/>
          </p:cNvSpPr>
          <p:nvPr>
            <p:ph type="subTitle" idx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130" name="Marcador de contenido 2"/>
          <p:cNvSpPr>
            <a:spLocks noGrp="1"/>
          </p:cNvSpPr>
          <p:nvPr>
            <p:ph sz="half" idx="10"/>
          </p:nvPr>
        </p:nvSpPr>
        <p:spPr>
          <a:xfrm>
            <a:off x="108789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1" name="Marcador de contenido 2"/>
          <p:cNvSpPr>
            <a:spLocks noGrp="1"/>
          </p:cNvSpPr>
          <p:nvPr>
            <p:ph sz="half" idx="11"/>
          </p:nvPr>
        </p:nvSpPr>
        <p:spPr>
          <a:xfrm>
            <a:off x="108789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2" name="Marcador de contenido 2"/>
          <p:cNvSpPr>
            <a:spLocks noGrp="1"/>
          </p:cNvSpPr>
          <p:nvPr>
            <p:ph sz="half" idx="12"/>
          </p:nvPr>
        </p:nvSpPr>
        <p:spPr>
          <a:xfrm>
            <a:off x="3242163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3" name="Marcador de contenido 2"/>
          <p:cNvSpPr>
            <a:spLocks noGrp="1"/>
          </p:cNvSpPr>
          <p:nvPr>
            <p:ph sz="half" idx="13"/>
          </p:nvPr>
        </p:nvSpPr>
        <p:spPr>
          <a:xfrm>
            <a:off x="3242163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4" name="Marcador de contenido 2"/>
          <p:cNvSpPr>
            <a:spLocks noGrp="1"/>
          </p:cNvSpPr>
          <p:nvPr>
            <p:ph sz="half" idx="14"/>
          </p:nvPr>
        </p:nvSpPr>
        <p:spPr>
          <a:xfrm>
            <a:off x="540417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5" name="Marcador de contenido 2"/>
          <p:cNvSpPr>
            <a:spLocks noGrp="1"/>
          </p:cNvSpPr>
          <p:nvPr>
            <p:ph sz="half" idx="15"/>
          </p:nvPr>
        </p:nvSpPr>
        <p:spPr>
          <a:xfrm>
            <a:off x="540417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8" name="Marcador de contenido 2"/>
          <p:cNvSpPr>
            <a:spLocks noGrp="1"/>
          </p:cNvSpPr>
          <p:nvPr>
            <p:ph sz="half" idx="16"/>
          </p:nvPr>
        </p:nvSpPr>
        <p:spPr>
          <a:xfrm>
            <a:off x="7519697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9" name="Marcador de contenido 2"/>
          <p:cNvSpPr>
            <a:spLocks noGrp="1"/>
          </p:cNvSpPr>
          <p:nvPr>
            <p:ph sz="half" idx="17"/>
          </p:nvPr>
        </p:nvSpPr>
        <p:spPr>
          <a:xfrm>
            <a:off x="7519697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0" name="Marcador de contenido 2"/>
          <p:cNvSpPr>
            <a:spLocks noGrp="1"/>
          </p:cNvSpPr>
          <p:nvPr>
            <p:ph sz="half" idx="18"/>
          </p:nvPr>
        </p:nvSpPr>
        <p:spPr>
          <a:xfrm>
            <a:off x="962746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1" name="Marcador de contenido 2"/>
          <p:cNvSpPr>
            <a:spLocks noGrp="1"/>
          </p:cNvSpPr>
          <p:nvPr>
            <p:ph sz="half" idx="19"/>
          </p:nvPr>
        </p:nvSpPr>
        <p:spPr>
          <a:xfrm>
            <a:off x="962746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64CBE635-1031-4780-87E7-B400DEF23E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2296B3C-44BB-4FEE-9FF4-4273DFB0E9C5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85363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93">
            <a:extLst>
              <a:ext uri="{FF2B5EF4-FFF2-40B4-BE49-F238E27FC236}">
                <a16:creationId xmlns:a16="http://schemas.microsoft.com/office/drawing/2014/main" id="{EFEC237A-F699-45B5-AC69-057DA3348B1A}"/>
              </a:ext>
            </a:extLst>
          </p:cNvPr>
          <p:cNvCxnSpPr/>
          <p:nvPr userDrawn="1"/>
        </p:nvCxnSpPr>
        <p:spPr>
          <a:xfrm>
            <a:off x="5330825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2" name="Título 1"/>
          <p:cNvSpPr>
            <a:spLocks noGrp="1"/>
          </p:cNvSpPr>
          <p:nvPr>
            <p:ph type="ctrTitle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393" name="Subtítulo 2"/>
          <p:cNvSpPr>
            <a:spLocks noGrp="1"/>
          </p:cNvSpPr>
          <p:nvPr>
            <p:ph type="subTitle" idx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FF1A39D3-401A-4608-8F71-9FF9F719D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2C488DE-98D2-46FE-9506-5092A0F2D28C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16666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29">
            <a:extLst>
              <a:ext uri="{FF2B5EF4-FFF2-40B4-BE49-F238E27FC236}">
                <a16:creationId xmlns:a16="http://schemas.microsoft.com/office/drawing/2014/main" id="{8E42ADB6-3DBB-4405-8DC6-A0EDE682CB83}"/>
              </a:ext>
            </a:extLst>
          </p:cNvPr>
          <p:cNvCxnSpPr/>
          <p:nvPr userDrawn="1"/>
        </p:nvCxnSpPr>
        <p:spPr>
          <a:xfrm>
            <a:off x="5330825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ítulo 1"/>
          <p:cNvSpPr>
            <a:spLocks noGrp="1"/>
          </p:cNvSpPr>
          <p:nvPr>
            <p:ph type="ctrTitle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29" name="Subtítulo 2"/>
          <p:cNvSpPr>
            <a:spLocks noGrp="1"/>
          </p:cNvSpPr>
          <p:nvPr>
            <p:ph type="subTitle" idx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0EADFF13-44DD-4E61-8D93-FDEFD7710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A5E16858-A313-412F-A1E5-2656288B890A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620492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bg>
      <p:bgPr>
        <a:gradFill flip="none" rotWithShape="1">
          <a:gsLst>
            <a:gs pos="17000">
              <a:schemeClr val="bg1"/>
            </a:gs>
            <a:gs pos="38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1BDD11F-A258-294A-AF25-103C59B220EB}"/>
              </a:ext>
            </a:extLst>
          </p:cNvPr>
          <p:cNvSpPr/>
          <p:nvPr userDrawn="1"/>
        </p:nvSpPr>
        <p:spPr>
          <a:xfrm>
            <a:off x="0" y="6199322"/>
            <a:ext cx="12192000" cy="658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BB2AB0DF-6921-7941-82E6-E29B2DDD9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ACD8F3-6E7C-5D6E-B607-D7C2B1DB92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879" b="31595"/>
          <a:stretch/>
        </p:blipFill>
        <p:spPr>
          <a:xfrm>
            <a:off x="63018" y="6501371"/>
            <a:ext cx="1085157" cy="3124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B4F9C8-56DA-2CE7-5A71-B74312546A28}"/>
              </a:ext>
            </a:extLst>
          </p:cNvPr>
          <p:cNvSpPr txBox="1"/>
          <p:nvPr userDrawn="1"/>
        </p:nvSpPr>
        <p:spPr>
          <a:xfrm>
            <a:off x="11012417" y="6583873"/>
            <a:ext cx="617401" cy="23782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900" spc="3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PAGE</a:t>
            </a:r>
            <a:r>
              <a:rPr lang="en-US" sz="900" spc="300">
                <a:solidFill>
                  <a:srgbClr val="00D975"/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\\</a:t>
            </a:r>
            <a:endParaRPr lang="id-ID" sz="900" spc="300">
              <a:solidFill>
                <a:srgbClr val="00D975"/>
              </a:solidFill>
              <a:latin typeface="Corbel" panose="020B0503020204020204" pitchFamily="34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222442-C779-B249-415F-5263F039AE78}"/>
              </a:ext>
            </a:extLst>
          </p:cNvPr>
          <p:cNvSpPr/>
          <p:nvPr userDrawn="1"/>
        </p:nvSpPr>
        <p:spPr>
          <a:xfrm>
            <a:off x="8603433" y="6612364"/>
            <a:ext cx="217719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Exclusive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property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of be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ys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 \  Reproduction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prohibited</a:t>
            </a:r>
            <a:endParaRPr lang="fr-FR" sz="700">
              <a:solidFill>
                <a:schemeClr val="bg1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AA42851A-FA29-0AD5-E9B3-40622353F268}"/>
              </a:ext>
            </a:extLst>
          </p:cNvPr>
          <p:cNvSpPr txBox="1">
            <a:spLocks/>
          </p:cNvSpPr>
          <p:nvPr userDrawn="1"/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1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cxnSp>
        <p:nvCxnSpPr>
          <p:cNvPr id="7" name="Conector recto 35">
            <a:extLst>
              <a:ext uri="{FF2B5EF4-FFF2-40B4-BE49-F238E27FC236}">
                <a16:creationId xmlns:a16="http://schemas.microsoft.com/office/drawing/2014/main" id="{582EC541-D477-15F5-915A-10B7A2F8894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46369"/>
            <a:ext cx="12192000" cy="0"/>
          </a:xfrm>
          <a:prstGeom prst="line">
            <a:avLst/>
          </a:prstGeom>
          <a:ln>
            <a:solidFill>
              <a:srgbClr val="D1C6A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75928DD5-37D1-5E96-CBFB-8DF4C10F53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51701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31F47FD-04F2-2C79-B5F6-569754803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A2C745F0-CA3F-5FFD-BAC0-CFB919490479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48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1DBC7E2-B4E2-8E9A-8837-2828AE8C5C69}"/>
              </a:ext>
            </a:extLst>
          </p:cNvPr>
          <p:cNvSpPr txBox="1">
            <a:spLocks/>
          </p:cNvSpPr>
          <p:nvPr userDrawn="1"/>
        </p:nvSpPr>
        <p:spPr>
          <a:xfrm>
            <a:off x="5100638" y="6583332"/>
            <a:ext cx="1990725" cy="244502"/>
          </a:xfrm>
          <a:prstGeom prst="rect">
            <a:avLst/>
          </a:prstGeom>
        </p:spPr>
        <p:txBody>
          <a:bodyPr anchor="ctr"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60754" rtl="0" eaLnBrk="1" fontAlgn="auto" latinLnBrk="0" hangingPunct="1">
              <a:lnSpc>
                <a:spcPct val="100000"/>
              </a:lnSpc>
              <a:spcBef>
                <a:spcPts val="159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0" i="0" u="none" strike="noStrike" kern="1200" cap="none" spc="30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CONFIDENTIEL</a:t>
            </a:r>
            <a:endParaRPr kumimoji="0" lang="en-US" sz="900" b="0" i="0" u="none" strike="noStrike" kern="1200" cap="none" spc="30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>
                <a:outerShdw blurRad="1270000" dist="469900" dir="5400000" sx="84000" sy="84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 2" descr="image001.png">
            <a:extLst>
              <a:ext uri="{FF2B5EF4-FFF2-40B4-BE49-F238E27FC236}">
                <a16:creationId xmlns:a16="http://schemas.microsoft.com/office/drawing/2014/main" id="{79030A8B-9DD3-C119-B8F5-5D39A83E92F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02" b="37006"/>
          <a:stretch/>
        </p:blipFill>
        <p:spPr bwMode="auto">
          <a:xfrm>
            <a:off x="1147384" y="6599798"/>
            <a:ext cx="756825" cy="244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865109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898" y="2215654"/>
            <a:ext cx="9491983" cy="1368232"/>
            <a:chOff x="0" y="466488"/>
            <a:chExt cx="18983965" cy="2736463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80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1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799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0">
                  <a:latin typeface="Corbel" panose="020B0503020204020204" pitchFamily="34" charset="0"/>
                </a:rPr>
                <a:t>3</a:t>
              </a:r>
              <a:r>
                <a:rPr sz="5000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89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89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3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3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697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697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6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6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735547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898" y="2215654"/>
            <a:ext cx="9491983" cy="1368232"/>
            <a:chOff x="0" y="466488"/>
            <a:chExt cx="18983965" cy="2736463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80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1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799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0">
                  <a:latin typeface="Corbel" panose="020B0503020204020204" pitchFamily="34" charset="0"/>
                </a:rPr>
                <a:t>3</a:t>
              </a:r>
              <a:r>
                <a:rPr sz="5000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89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89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3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3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697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697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6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6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51938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898" y="2215654"/>
            <a:ext cx="9491983" cy="1368232"/>
            <a:chOff x="0" y="466488"/>
            <a:chExt cx="18983965" cy="2736463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80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1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799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0">
                  <a:latin typeface="Corbel" panose="020B0503020204020204" pitchFamily="34" charset="0"/>
                </a:rPr>
                <a:t>3</a:t>
              </a:r>
              <a:r>
                <a:rPr sz="5000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89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89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3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3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697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697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6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6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229243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898" y="2215654"/>
            <a:ext cx="9491983" cy="1368232"/>
            <a:chOff x="0" y="466488"/>
            <a:chExt cx="18983965" cy="2736463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80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1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799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0">
                  <a:latin typeface="Corbel" panose="020B0503020204020204" pitchFamily="34" charset="0"/>
                </a:rPr>
                <a:t>3</a:t>
              </a:r>
              <a:r>
                <a:rPr sz="5000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89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89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3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3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697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697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6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6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4240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898" y="2215654"/>
            <a:ext cx="9491983" cy="1368232"/>
            <a:chOff x="0" y="466488"/>
            <a:chExt cx="18983965" cy="2736463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800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1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799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0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488"/>
              <a:ext cx="1915166" cy="16414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0">
                  <a:latin typeface="Corbel" panose="020B0503020204020204" pitchFamily="34" charset="0"/>
                </a:rPr>
                <a:t>3</a:t>
              </a:r>
              <a:r>
                <a:rPr sz="5000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9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8E908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4" y="745438"/>
            <a:ext cx="152900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89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89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3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3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697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697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66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66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935233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1" y="1595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1" y="1595"/>
                        <a:ext cx="1588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7" y="0"/>
            <a:ext cx="158751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  <a:sym typeface="Verdan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206" y="0"/>
            <a:ext cx="9489151" cy="1104900"/>
          </a:xfrm>
        </p:spPr>
        <p:txBody>
          <a:bodyPr vert="horz" lIns="0" tIns="180000" rIns="0" bIns="0" rtlCol="0" anchor="t">
            <a:noAutofit/>
          </a:bodyPr>
          <a:lstStyle>
            <a:lvl1pPr>
              <a:defRPr lang="en-GB" sz="2201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D3BD847-6C27-CE59-34F3-6BAF3E65695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002" y="95266"/>
            <a:ext cx="891583" cy="37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3790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 h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capture d’écran, conception, Graphique&#10;&#10;Description générée automatiquement">
            <a:extLst>
              <a:ext uri="{FF2B5EF4-FFF2-40B4-BE49-F238E27FC236}">
                <a16:creationId xmlns:a16="http://schemas.microsoft.com/office/drawing/2014/main" id="{AF3E0F15-6567-488C-5B19-E5B757745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24333" y="2619378"/>
            <a:ext cx="3867669" cy="423862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71476" y="2235200"/>
            <a:ext cx="9144000" cy="2387600"/>
          </a:xfrm>
        </p:spPr>
        <p:txBody>
          <a:bodyPr anchor="t">
            <a:normAutofit/>
          </a:bodyPr>
          <a:lstStyle>
            <a:lvl1pPr algn="l">
              <a:defRPr sz="5401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71476" y="4788895"/>
            <a:ext cx="9144000" cy="674687"/>
          </a:xfrm>
        </p:spPr>
        <p:txBody>
          <a:bodyPr>
            <a:normAutofit/>
          </a:bodyPr>
          <a:lstStyle>
            <a:lvl1pPr marL="0" indent="0" algn="l">
              <a:buNone/>
              <a:defRPr sz="1801">
                <a:latin typeface="+mn-lt"/>
                <a:ea typeface="Yu Gothic UI Semibold" panose="020B0700000000000000" pitchFamily="34" charset="-128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11" name="Image 10" descr="Une image contenant Graphique, Police, logo, capture d’écran&#10;&#10;Description générée automatiquement">
            <a:extLst>
              <a:ext uri="{FF2B5EF4-FFF2-40B4-BE49-F238E27FC236}">
                <a16:creationId xmlns:a16="http://schemas.microsoft.com/office/drawing/2014/main" id="{E31BCE4C-3329-F45E-7422-5ADDD481D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96271"/>
            <a:ext cx="3967163" cy="116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8729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 almer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71476" y="2235200"/>
            <a:ext cx="9144000" cy="2387600"/>
          </a:xfrm>
        </p:spPr>
        <p:txBody>
          <a:bodyPr anchor="t">
            <a:normAutofit/>
          </a:bodyPr>
          <a:lstStyle>
            <a:lvl1pPr algn="l">
              <a:defRPr sz="5401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71476" y="4788895"/>
            <a:ext cx="9144000" cy="674687"/>
          </a:xfrm>
        </p:spPr>
        <p:txBody>
          <a:bodyPr>
            <a:normAutofit/>
          </a:bodyPr>
          <a:lstStyle>
            <a:lvl1pPr marL="0" indent="0" algn="l">
              <a:buNone/>
              <a:defRPr sz="1801">
                <a:latin typeface="+mn-lt"/>
                <a:ea typeface="Yu Gothic UI Semibold" panose="020B0700000000000000" pitchFamily="34" charset="-128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 descr="Une image contenant capture d’écran, conception, Graphique&#10;&#10;Description générée automatiquement">
            <a:extLst>
              <a:ext uri="{FF2B5EF4-FFF2-40B4-BE49-F238E27FC236}">
                <a16:creationId xmlns:a16="http://schemas.microsoft.com/office/drawing/2014/main" id="{4B4201C3-1153-809B-ECD8-03F7504C9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24333" y="2619378"/>
            <a:ext cx="3867669" cy="4238625"/>
          </a:xfrm>
          <a:prstGeom prst="rect">
            <a:avLst/>
          </a:prstGeom>
        </p:spPr>
      </p:pic>
      <p:pic>
        <p:nvPicPr>
          <p:cNvPr id="6" name="Image 5" descr="Une image contenant Police, Graphique, logo, capture d’écran&#10;&#10;Description générée automatiquement">
            <a:extLst>
              <a:ext uri="{FF2B5EF4-FFF2-40B4-BE49-F238E27FC236}">
                <a16:creationId xmlns:a16="http://schemas.microsoft.com/office/drawing/2014/main" id="{20A795F8-400A-49DD-E331-140566C294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390" y="-178986"/>
            <a:ext cx="4709040" cy="182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3815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e de titre almer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71476" y="2235200"/>
            <a:ext cx="9144000" cy="2387600"/>
          </a:xfrm>
        </p:spPr>
        <p:txBody>
          <a:bodyPr anchor="t">
            <a:normAutofit/>
          </a:bodyPr>
          <a:lstStyle>
            <a:lvl1pPr algn="l">
              <a:defRPr sz="5401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71476" y="4788895"/>
            <a:ext cx="9144000" cy="674687"/>
          </a:xfrm>
        </p:spPr>
        <p:txBody>
          <a:bodyPr>
            <a:normAutofit/>
          </a:bodyPr>
          <a:lstStyle>
            <a:lvl1pPr marL="0" indent="0" algn="l">
              <a:buNone/>
              <a:defRPr sz="1801">
                <a:latin typeface="+mn-lt"/>
                <a:ea typeface="Yu Gothic UI Semibold" panose="020B0700000000000000" pitchFamily="34" charset="-128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 descr="Une image contenant capture d’écran, conception, Graphique&#10;&#10;Description générée automatiquement">
            <a:extLst>
              <a:ext uri="{FF2B5EF4-FFF2-40B4-BE49-F238E27FC236}">
                <a16:creationId xmlns:a16="http://schemas.microsoft.com/office/drawing/2014/main" id="{4B4201C3-1153-809B-ECD8-03F7504C9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24333" y="2619378"/>
            <a:ext cx="3867669" cy="4238625"/>
          </a:xfrm>
          <a:prstGeom prst="rect">
            <a:avLst/>
          </a:prstGeom>
        </p:spPr>
      </p:pic>
      <p:pic>
        <p:nvPicPr>
          <p:cNvPr id="7" name="Image 6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A5825F4D-C528-AA67-2D3A-54795A74BD6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586" y="-173714"/>
            <a:ext cx="4847852" cy="155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786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e de titre almer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71476" y="2235200"/>
            <a:ext cx="9144000" cy="2387600"/>
          </a:xfrm>
        </p:spPr>
        <p:txBody>
          <a:bodyPr anchor="t">
            <a:normAutofit/>
          </a:bodyPr>
          <a:lstStyle>
            <a:lvl1pPr algn="l">
              <a:defRPr sz="5401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71476" y="4788895"/>
            <a:ext cx="9144000" cy="674687"/>
          </a:xfrm>
        </p:spPr>
        <p:txBody>
          <a:bodyPr>
            <a:normAutofit/>
          </a:bodyPr>
          <a:lstStyle>
            <a:lvl1pPr marL="0" indent="0" algn="l">
              <a:buNone/>
              <a:defRPr sz="1801">
                <a:latin typeface="+mn-lt"/>
                <a:ea typeface="Yu Gothic UI Semibold" panose="020B0700000000000000" pitchFamily="34" charset="-128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 descr="Une image contenant capture d’écran, conception, Graphique&#10;&#10;Description générée automatiquement">
            <a:extLst>
              <a:ext uri="{FF2B5EF4-FFF2-40B4-BE49-F238E27FC236}">
                <a16:creationId xmlns:a16="http://schemas.microsoft.com/office/drawing/2014/main" id="{4B4201C3-1153-809B-ECD8-03F7504C9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24333" y="2619378"/>
            <a:ext cx="3867669" cy="4238625"/>
          </a:xfrm>
          <a:prstGeom prst="rect">
            <a:avLst/>
          </a:prstGeom>
        </p:spPr>
      </p:pic>
      <p:pic>
        <p:nvPicPr>
          <p:cNvPr id="6" name="Image 5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AF6EE2C3-2B17-BAC2-393D-8DD233EEE34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6170" y="57846"/>
            <a:ext cx="4847852" cy="158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0540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 GFP_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Graphique, Police, capture d’écran, graphisme&#10;&#10;Description générée automatiquement">
            <a:extLst>
              <a:ext uri="{FF2B5EF4-FFF2-40B4-BE49-F238E27FC236}">
                <a16:creationId xmlns:a16="http://schemas.microsoft.com/office/drawing/2014/main" id="{08DB7BEB-D0FA-DD30-6933-833F119B00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02" y="354804"/>
            <a:ext cx="3416389" cy="83715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71476" y="2235200"/>
            <a:ext cx="9144000" cy="2387600"/>
          </a:xfrm>
        </p:spPr>
        <p:txBody>
          <a:bodyPr anchor="t">
            <a:normAutofit/>
          </a:bodyPr>
          <a:lstStyle>
            <a:lvl1pPr algn="l">
              <a:defRPr sz="5401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71476" y="4788895"/>
            <a:ext cx="9144000" cy="674687"/>
          </a:xfrm>
        </p:spPr>
        <p:txBody>
          <a:bodyPr>
            <a:normAutofit/>
          </a:bodyPr>
          <a:lstStyle>
            <a:lvl1pPr marL="0" indent="0" algn="l">
              <a:buNone/>
              <a:defRPr sz="1801">
                <a:latin typeface="+mn-lt"/>
                <a:ea typeface="Yu Gothic UI Semibold" panose="020B0700000000000000" pitchFamily="34" charset="-128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6" name="Image 5" descr="Une image contenant capture d’écran, conception, Graphique&#10;&#10;Description générée automatiquement">
            <a:extLst>
              <a:ext uri="{FF2B5EF4-FFF2-40B4-BE49-F238E27FC236}">
                <a16:creationId xmlns:a16="http://schemas.microsoft.com/office/drawing/2014/main" id="{E566EE0C-B723-9FB1-D319-6DC66BFE8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24333" y="2619378"/>
            <a:ext cx="3867669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3493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be IV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Graphique, capture d’écran, Police, logo&#10;&#10;Description générée automatiquement">
            <a:extLst>
              <a:ext uri="{FF2B5EF4-FFF2-40B4-BE49-F238E27FC236}">
                <a16:creationId xmlns:a16="http://schemas.microsoft.com/office/drawing/2014/main" id="{69E2309E-DFA2-3871-4805-A72D32A18F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48" y="182214"/>
            <a:ext cx="3416388" cy="1083341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355D21-359E-D072-928C-A20B4041EA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1B3DCE-9C6F-4E24-90CC-106CB199509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C82A303F-7A3B-0B66-8C86-BD2337FDE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788895"/>
            <a:ext cx="9144000" cy="674687"/>
          </a:xfrm>
        </p:spPr>
        <p:txBody>
          <a:bodyPr>
            <a:normAutofit/>
          </a:bodyPr>
          <a:lstStyle>
            <a:lvl1pPr marL="0" indent="0" algn="l">
              <a:buNone/>
              <a:defRPr sz="1801">
                <a:latin typeface="+mn-lt"/>
                <a:ea typeface="Yu Gothic UI Semibold" panose="020B0700000000000000" pitchFamily="34" charset="-128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8" name="Image 7" descr="Une image contenant capture d’écran, conception, Graphique&#10;&#10;Description générée automatiquement">
            <a:extLst>
              <a:ext uri="{FF2B5EF4-FFF2-40B4-BE49-F238E27FC236}">
                <a16:creationId xmlns:a16="http://schemas.microsoft.com/office/drawing/2014/main" id="{317EA4B6-4F3E-9031-D6FD-A93B8F3E5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24333" y="2619378"/>
            <a:ext cx="3867669" cy="4238625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5FD7FF97-6E06-3CFC-5BC7-D6A7FCB6C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2235200"/>
            <a:ext cx="9144000" cy="2387600"/>
          </a:xfrm>
        </p:spPr>
        <p:txBody>
          <a:bodyPr anchor="t">
            <a:normAutofit/>
          </a:bodyPr>
          <a:lstStyle>
            <a:lvl1pPr algn="l">
              <a:defRPr sz="5401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77988386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02CF4FA-EDCA-CD27-E22C-14DB6B4C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3F7F76-7DE6-80AF-9234-5590B83DCC93}"/>
              </a:ext>
            </a:extLst>
          </p:cNvPr>
          <p:cNvSpPr/>
          <p:nvPr/>
        </p:nvSpPr>
        <p:spPr>
          <a:xfrm>
            <a:off x="1090574" y="1048628"/>
            <a:ext cx="3733100" cy="4781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1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1D08692-A12B-D18D-10B1-AE3790A0CD6E}"/>
              </a:ext>
            </a:extLst>
          </p:cNvPr>
          <p:cNvGrpSpPr/>
          <p:nvPr/>
        </p:nvGrpSpPr>
        <p:grpSpPr>
          <a:xfrm>
            <a:off x="11536826" y="6194054"/>
            <a:ext cx="303369" cy="303366"/>
            <a:chOff x="11592753" y="5718951"/>
            <a:chExt cx="303368" cy="303366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01BF768C-9ADA-F81A-E45F-84E722E710A4}"/>
                </a:ext>
              </a:extLst>
            </p:cNvPr>
            <p:cNvSpPr/>
            <p:nvPr/>
          </p:nvSpPr>
          <p:spPr>
            <a:xfrm>
              <a:off x="11594195" y="5719672"/>
              <a:ext cx="301926" cy="30192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sz="1801"/>
            </a:p>
          </p:txBody>
        </p:sp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9D4F2062-E4D9-F31D-EB8B-2BA7C4AF27FF}"/>
                </a:ext>
              </a:extLst>
            </p:cNvPr>
            <p:cNvSpPr/>
            <p:nvPr/>
          </p:nvSpPr>
          <p:spPr>
            <a:xfrm rot="2700000">
              <a:off x="11687422" y="5830738"/>
              <a:ext cx="79793" cy="79793"/>
            </a:xfrm>
            <a:custGeom>
              <a:avLst/>
              <a:gdLst>
                <a:gd name="connsiteX0" fmla="*/ 0 w 320040"/>
                <a:gd name="connsiteY0" fmla="*/ 0 h 320040"/>
                <a:gd name="connsiteX1" fmla="*/ 320040 w 320040"/>
                <a:gd name="connsiteY1" fmla="*/ 0 h 320040"/>
                <a:gd name="connsiteX2" fmla="*/ 320040 w 320040"/>
                <a:gd name="connsiteY2" fmla="*/ 320040 h 320040"/>
                <a:gd name="connsiteX3" fmla="*/ 0 w 320040"/>
                <a:gd name="connsiteY3" fmla="*/ 320040 h 320040"/>
                <a:gd name="connsiteX4" fmla="*/ 0 w 320040"/>
                <a:gd name="connsiteY4" fmla="*/ 0 h 320040"/>
                <a:gd name="connsiteX0" fmla="*/ 0 w 320040"/>
                <a:gd name="connsiteY0" fmla="*/ 320040 h 411480"/>
                <a:gd name="connsiteX1" fmla="*/ 0 w 320040"/>
                <a:gd name="connsiteY1" fmla="*/ 0 h 411480"/>
                <a:gd name="connsiteX2" fmla="*/ 320040 w 320040"/>
                <a:gd name="connsiteY2" fmla="*/ 0 h 411480"/>
                <a:gd name="connsiteX3" fmla="*/ 320040 w 320040"/>
                <a:gd name="connsiteY3" fmla="*/ 320040 h 411480"/>
                <a:gd name="connsiteX4" fmla="*/ 91440 w 320040"/>
                <a:gd name="connsiteY4" fmla="*/ 411480 h 411480"/>
                <a:gd name="connsiteX0" fmla="*/ 0 w 320040"/>
                <a:gd name="connsiteY0" fmla="*/ 320040 h 320040"/>
                <a:gd name="connsiteX1" fmla="*/ 0 w 320040"/>
                <a:gd name="connsiteY1" fmla="*/ 0 h 320040"/>
                <a:gd name="connsiteX2" fmla="*/ 320040 w 320040"/>
                <a:gd name="connsiteY2" fmla="*/ 0 h 320040"/>
                <a:gd name="connsiteX3" fmla="*/ 320040 w 320040"/>
                <a:gd name="connsiteY3" fmla="*/ 320040 h 320040"/>
                <a:gd name="connsiteX0" fmla="*/ 0 w 320040"/>
                <a:gd name="connsiteY0" fmla="*/ 0 h 320040"/>
                <a:gd name="connsiteX1" fmla="*/ 320040 w 320040"/>
                <a:gd name="connsiteY1" fmla="*/ 0 h 320040"/>
                <a:gd name="connsiteX2" fmla="*/ 320040 w 320040"/>
                <a:gd name="connsiteY2" fmla="*/ 320040 h 32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040" h="320040">
                  <a:moveTo>
                    <a:pt x="0" y="0"/>
                  </a:moveTo>
                  <a:lnTo>
                    <a:pt x="320040" y="0"/>
                  </a:lnTo>
                  <a:lnTo>
                    <a:pt x="320040" y="320040"/>
                  </a:lnTo>
                </a:path>
              </a:pathLst>
            </a:cu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sz="1801"/>
            </a:p>
          </p:txBody>
        </p:sp>
        <p:sp>
          <p:nvSpPr>
            <p:cNvPr id="20" name="Ellipse 1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3DD0FF6-C5D8-EED1-F2B6-88B5E38E34EE}"/>
                </a:ext>
              </a:extLst>
            </p:cNvPr>
            <p:cNvSpPr/>
            <p:nvPr/>
          </p:nvSpPr>
          <p:spPr>
            <a:xfrm>
              <a:off x="11592753" y="5718951"/>
              <a:ext cx="303368" cy="30336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sz="1801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1866FFF-B50D-D746-849C-C55B7B550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5540" y="1814744"/>
            <a:ext cx="3397136" cy="682625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Sommaire</a:t>
            </a:r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9F6BCC1C-C51F-8C2F-69AA-2EDA8A814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2837" y="2663713"/>
            <a:ext cx="5285163" cy="3393844"/>
          </a:xfrm>
        </p:spPr>
        <p:txBody>
          <a:bodyPr>
            <a:normAutofit/>
          </a:bodyPr>
          <a:lstStyle>
            <a:lvl1pPr>
              <a:buClr>
                <a:srgbClr val="B4B4B4"/>
              </a:buClr>
              <a:defRPr sz="1801">
                <a:latin typeface="+mn-lt"/>
                <a:ea typeface="Yu Gothic UI Semilight" panose="020B0400000000000000" pitchFamily="34" charset="-128"/>
              </a:defRPr>
            </a:lvl1pPr>
            <a:lvl2pPr>
              <a:defRPr sz="1801">
                <a:latin typeface="+mn-lt"/>
                <a:ea typeface="Yu Gothic UI Semilight" panose="020B0400000000000000" pitchFamily="34" charset="-128"/>
              </a:defRPr>
            </a:lvl2pPr>
            <a:lvl3pPr>
              <a:buClr>
                <a:srgbClr val="B4A169"/>
              </a:buClr>
              <a:defRPr sz="1801">
                <a:latin typeface="+mn-lt"/>
                <a:ea typeface="Yu Gothic UI Semilight" panose="020B0400000000000000" pitchFamily="34" charset="-128"/>
              </a:defRPr>
            </a:lvl3pPr>
            <a:lvl4pPr>
              <a:buClr>
                <a:srgbClr val="86D4ED"/>
              </a:buClr>
              <a:defRPr sz="1801">
                <a:latin typeface="+mn-lt"/>
                <a:ea typeface="Yu Gothic UI Semilight" panose="020B0400000000000000" pitchFamily="34" charset="-128"/>
              </a:defRPr>
            </a:lvl4pPr>
            <a:lvl5pPr>
              <a:buClr>
                <a:srgbClr val="B4B4B4"/>
              </a:buClr>
              <a:defRPr sz="1801">
                <a:latin typeface="+mn-lt"/>
                <a:ea typeface="Yu Gothic UI Semilight" panose="020B0400000000000000" pitchFamily="34" charset="-128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00859936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apositiv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capture d’écran, conception, Graphique&#10;&#10;Description générée automatiquement">
            <a:extLst>
              <a:ext uri="{FF2B5EF4-FFF2-40B4-BE49-F238E27FC236}">
                <a16:creationId xmlns:a16="http://schemas.microsoft.com/office/drawing/2014/main" id="{0825B0E9-DC0D-3D76-8C58-7FB120658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599"/>
            <a:ext cx="3779388" cy="414187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36951" y="1873161"/>
            <a:ext cx="7950201" cy="1340519"/>
          </a:xfrm>
        </p:spPr>
        <p:txBody>
          <a:bodyPr anchor="b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00" b="1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549652" y="3251776"/>
            <a:ext cx="7321550" cy="510452"/>
          </a:xfr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chemeClr val="tx2"/>
                </a:solidFill>
                <a:latin typeface="+mn-lt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9545144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répo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apture d’écran, conception, Graphique&#10;&#10;Description générée automatiquement">
            <a:extLst>
              <a:ext uri="{FF2B5EF4-FFF2-40B4-BE49-F238E27FC236}">
                <a16:creationId xmlns:a16="http://schemas.microsoft.com/office/drawing/2014/main" id="{92D8B677-7FE8-97DD-DF2E-6CC9A4314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4" y="3"/>
            <a:ext cx="3476556" cy="3809999"/>
          </a:xfrm>
          <a:prstGeom prst="rect">
            <a:avLst/>
          </a:prstGeom>
        </p:spPr>
      </p:pic>
      <p:sp>
        <p:nvSpPr>
          <p:cNvPr id="15" name="Titre 1">
            <a:extLst>
              <a:ext uri="{FF2B5EF4-FFF2-40B4-BE49-F238E27FC236}">
                <a16:creationId xmlns:a16="http://schemas.microsoft.com/office/drawing/2014/main" id="{843E13BE-DD33-0ECF-C6E1-E130E0F0D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756" y="2790034"/>
            <a:ext cx="6189662" cy="1325563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rgbClr val="001330"/>
                </a:solidFill>
                <a:latin typeface="+mn-lt"/>
              </a:defRPr>
            </a:lvl1pPr>
          </a:lstStyle>
          <a:p>
            <a:r>
              <a:rPr lang="fr-FR"/>
              <a:t>Questions – réponse  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62B9287-77E8-B60A-38F2-854D2277137D}"/>
              </a:ext>
            </a:extLst>
          </p:cNvPr>
          <p:cNvSpPr/>
          <p:nvPr/>
        </p:nvSpPr>
        <p:spPr>
          <a:xfrm>
            <a:off x="7084781" y="330200"/>
            <a:ext cx="5016848" cy="5016500"/>
          </a:xfrm>
          <a:prstGeom prst="ellipse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1"/>
          </a:p>
        </p:txBody>
      </p:sp>
    </p:spTree>
    <p:extLst>
      <p:ext uri="{BB962C8B-B14F-4D97-AF65-F5344CB8AC3E}">
        <p14:creationId xmlns:p14="http://schemas.microsoft.com/office/powerpoint/2010/main" val="429120330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part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2F3CEB5-B100-72F3-AD60-F4179EC5D7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78" b="85093" l="16198" r="89167">
                        <a14:foregroundMark x1="62604" y1="75648" x2="65156" y2="75556"/>
                        <a14:foregroundMark x1="62240" y1="75648" x2="57760" y2="75556"/>
                        <a14:foregroundMark x1="65313" y1="75556" x2="68698" y2="75648"/>
                        <a14:foregroundMark x1="77917" y1="75463" x2="89063" y2="75556"/>
                        <a14:foregroundMark x1="16198" y1="75463" x2="58906" y2="75648"/>
                      </a14:backgroundRemoval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6347" t="25744" r="10992" b="16005"/>
          <a:stretch/>
        </p:blipFill>
        <p:spPr>
          <a:xfrm>
            <a:off x="1498063" y="-3421"/>
            <a:ext cx="10693940" cy="482245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868CA896-6D53-656A-31DC-3FD1FEE6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8062" y="2050385"/>
            <a:ext cx="7950201" cy="1340519"/>
          </a:xfrm>
        </p:spPr>
        <p:txBody>
          <a:bodyPr anchor="b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00" b="1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3A0E783B-2528-3E83-0EBA-DAA2480F1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0763" y="3429000"/>
            <a:ext cx="7321550" cy="510452"/>
          </a:xfr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chemeClr val="tx2"/>
                </a:solidFill>
                <a:latin typeface="+mn-lt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65338956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F20A9D-0258-0788-BD42-F97055D6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66C43A-1140-B43D-BB09-93CC33FD3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Date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03503B-F621-2E2D-A44A-7743E8805B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1B3DCE-9C6F-4E24-90CC-106CB199509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32150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5963FD-44A7-D6BE-3486-4E1A7D4A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D585CF-762D-1B65-5D28-8A320149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Date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EE07DA-7B2A-427F-0951-67914C2E0B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1B3DCE-9C6F-4E24-90CC-106CB199509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578588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apture d’écran, conception, Graphique&#10;&#10;Description générée automatiquement">
            <a:extLst>
              <a:ext uri="{FF2B5EF4-FFF2-40B4-BE49-F238E27FC236}">
                <a16:creationId xmlns:a16="http://schemas.microsoft.com/office/drawing/2014/main" id="{9DD7142C-57E7-9923-70FA-54C38D127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15277" y="1653111"/>
            <a:ext cx="4276725" cy="4686913"/>
          </a:xfrm>
          <a:prstGeom prst="rect">
            <a:avLst/>
          </a:prstGeom>
        </p:spPr>
      </p:pic>
      <p:sp>
        <p:nvSpPr>
          <p:cNvPr id="15" name="Titre 1">
            <a:extLst>
              <a:ext uri="{FF2B5EF4-FFF2-40B4-BE49-F238E27FC236}">
                <a16:creationId xmlns:a16="http://schemas.microsoft.com/office/drawing/2014/main" id="{843E13BE-DD33-0ECF-C6E1-E130E0F0D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51" y="2455413"/>
            <a:ext cx="6189662" cy="1325563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rgbClr val="001330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5" name="Image 4" descr="Une image contenant Graphique, Police, logo, capture d’écran&#10;&#10;Description générée automatiquement">
            <a:extLst>
              <a:ext uri="{FF2B5EF4-FFF2-40B4-BE49-F238E27FC236}">
                <a16:creationId xmlns:a16="http://schemas.microsoft.com/office/drawing/2014/main" id="{8BB78D06-7219-2FC3-3603-E438CCFD75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" y="117479"/>
            <a:ext cx="3522980" cy="103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5005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positive de conten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" y="136525"/>
            <a:ext cx="12191998" cy="644524"/>
          </a:xfrm>
        </p:spPr>
        <p:txBody>
          <a:bodyPr anchor="t">
            <a:normAutofit/>
          </a:bodyPr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2929" y="1419228"/>
            <a:ext cx="11134725" cy="4792979"/>
          </a:xfrm>
        </p:spPr>
        <p:txBody>
          <a:bodyPr>
            <a:normAutofit/>
          </a:bodyPr>
          <a:lstStyle>
            <a:lvl1pPr>
              <a:buClr>
                <a:srgbClr val="B4B4B4"/>
              </a:buClr>
              <a:defRPr sz="1801">
                <a:latin typeface="+mn-lt"/>
                <a:ea typeface="Yu Gothic UI Semilight" panose="020B0400000000000000" pitchFamily="34" charset="-128"/>
              </a:defRPr>
            </a:lvl1pPr>
            <a:lvl2pPr>
              <a:defRPr sz="1801">
                <a:latin typeface="+mn-lt"/>
                <a:ea typeface="Yu Gothic UI Semilight" panose="020B0400000000000000" pitchFamily="34" charset="-128"/>
              </a:defRPr>
            </a:lvl2pPr>
            <a:lvl3pPr>
              <a:buClr>
                <a:srgbClr val="B4A169"/>
              </a:buClr>
              <a:defRPr sz="1801">
                <a:latin typeface="+mn-lt"/>
                <a:ea typeface="Yu Gothic UI Semilight" panose="020B0400000000000000" pitchFamily="34" charset="-128"/>
              </a:defRPr>
            </a:lvl3pPr>
            <a:lvl4pPr>
              <a:buClr>
                <a:srgbClr val="86D4ED"/>
              </a:buClr>
              <a:defRPr sz="1801">
                <a:latin typeface="+mn-lt"/>
                <a:ea typeface="Yu Gothic UI Semilight" panose="020B0400000000000000" pitchFamily="34" charset="-128"/>
              </a:defRPr>
            </a:lvl4pPr>
            <a:lvl5pPr>
              <a:buClr>
                <a:srgbClr val="B4B4B4"/>
              </a:buClr>
              <a:defRPr sz="1801">
                <a:latin typeface="+mn-lt"/>
                <a:ea typeface="Yu Gothic UI Semilight" panose="020B0400000000000000" pitchFamily="34" charset="-128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>
          <a:xfrm>
            <a:off x="121920" y="6478274"/>
            <a:ext cx="2743200" cy="365125"/>
          </a:xfrm>
        </p:spPr>
        <p:txBody>
          <a:bodyPr/>
          <a:lstStyle>
            <a:lvl1pPr>
              <a:defRPr>
                <a:solidFill>
                  <a:srgbClr val="00133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defRPr>
            </a:lvl1pPr>
          </a:lstStyle>
          <a:p>
            <a:r>
              <a:rPr lang="fr-FR"/>
              <a:t>Date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>
          <a:xfrm>
            <a:off x="9296400" y="6511769"/>
            <a:ext cx="2743200" cy="365125"/>
          </a:xfrm>
        </p:spPr>
        <p:txBody>
          <a:bodyPr/>
          <a:lstStyle>
            <a:lvl1pPr>
              <a:defRPr>
                <a:solidFill>
                  <a:srgbClr val="00133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defRPr>
            </a:lvl1pPr>
          </a:lstStyle>
          <a:p>
            <a:fld id="{981B3DCE-9C6F-4E24-90CC-106CB1995091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44F0AF4C-D1E8-E670-6976-9DCF45729A0B}"/>
              </a:ext>
            </a:extLst>
          </p:cNvPr>
          <p:cNvCxnSpPr>
            <a:cxnSpLocks/>
          </p:cNvCxnSpPr>
          <p:nvPr/>
        </p:nvCxnSpPr>
        <p:spPr>
          <a:xfrm>
            <a:off x="-30477" y="6474623"/>
            <a:ext cx="12222480" cy="3714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1666BDC-14F4-E3AC-69C8-01139605137E}"/>
              </a:ext>
            </a:extLst>
          </p:cNvPr>
          <p:cNvCxnSpPr/>
          <p:nvPr/>
        </p:nvCxnSpPr>
        <p:spPr>
          <a:xfrm>
            <a:off x="4467226" y="682625"/>
            <a:ext cx="317182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15751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>
            <a:normAutofit/>
          </a:bodyPr>
          <a:lstStyle>
            <a:lvl1pPr>
              <a:defRPr sz="1801"/>
            </a:lvl1pPr>
            <a:lvl2pPr>
              <a:defRPr sz="1801"/>
            </a:lvl2pPr>
            <a:lvl3pPr>
              <a:defRPr sz="1801"/>
            </a:lvl3pPr>
            <a:lvl4pPr>
              <a:defRPr sz="1801"/>
            </a:lvl4pPr>
            <a:lvl5pPr>
              <a:defRPr sz="180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>
            <a:normAutofit/>
          </a:bodyPr>
          <a:lstStyle>
            <a:lvl1pPr>
              <a:defRPr sz="1801"/>
            </a:lvl1pPr>
            <a:lvl2pPr>
              <a:defRPr sz="1801"/>
            </a:lvl2pPr>
            <a:lvl3pPr>
              <a:defRPr sz="1801"/>
            </a:lvl3pPr>
            <a:lvl4pPr>
              <a:defRPr sz="1801"/>
            </a:lvl4pPr>
            <a:lvl5pPr>
              <a:defRPr sz="180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de la date 8">
            <a:extLst>
              <a:ext uri="{FF2B5EF4-FFF2-40B4-BE49-F238E27FC236}">
                <a16:creationId xmlns:a16="http://schemas.microsoft.com/office/drawing/2014/main" id="{B6AB71B1-80F5-98CE-C967-836541B7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20" y="6478274"/>
            <a:ext cx="2743200" cy="365125"/>
          </a:xfrm>
        </p:spPr>
        <p:txBody>
          <a:bodyPr/>
          <a:lstStyle>
            <a:lvl1pPr>
              <a:defRPr>
                <a:solidFill>
                  <a:srgbClr val="00133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defRPr>
            </a:lvl1pPr>
          </a:lstStyle>
          <a:p>
            <a:r>
              <a:rPr lang="fr-FR"/>
              <a:t>Date </a:t>
            </a:r>
          </a:p>
        </p:txBody>
      </p:sp>
      <p:sp>
        <p:nvSpPr>
          <p:cNvPr id="15" name="Espace réservé du numéro de diapositive 10">
            <a:extLst>
              <a:ext uri="{FF2B5EF4-FFF2-40B4-BE49-F238E27FC236}">
                <a16:creationId xmlns:a16="http://schemas.microsoft.com/office/drawing/2014/main" id="{C97EA612-AC90-E746-2308-A391A609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1769"/>
            <a:ext cx="2743200" cy="365125"/>
          </a:xfrm>
        </p:spPr>
        <p:txBody>
          <a:bodyPr/>
          <a:lstStyle>
            <a:lvl1pPr>
              <a:defRPr>
                <a:solidFill>
                  <a:srgbClr val="00133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defRPr>
            </a:lvl1pPr>
          </a:lstStyle>
          <a:p>
            <a:fld id="{981B3DCE-9C6F-4E24-90CC-106CB199509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783187D6-FF5D-DEAB-C447-A656063E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" y="136525"/>
            <a:ext cx="12191998" cy="644524"/>
          </a:xfrm>
        </p:spPr>
        <p:txBody>
          <a:bodyPr anchor="t">
            <a:normAutofit/>
          </a:bodyPr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DF958D6-0EA1-C833-D5CA-AD4D140C98E5}"/>
              </a:ext>
            </a:extLst>
          </p:cNvPr>
          <p:cNvCxnSpPr/>
          <p:nvPr/>
        </p:nvCxnSpPr>
        <p:spPr>
          <a:xfrm>
            <a:off x="4467226" y="682625"/>
            <a:ext cx="317182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49CDAE6-5712-BE3E-6E72-B91012E2A581}"/>
              </a:ext>
            </a:extLst>
          </p:cNvPr>
          <p:cNvCxnSpPr>
            <a:cxnSpLocks/>
          </p:cNvCxnSpPr>
          <p:nvPr/>
        </p:nvCxnSpPr>
        <p:spPr>
          <a:xfrm>
            <a:off x="-30480" y="6474623"/>
            <a:ext cx="12222478" cy="3714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14610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8">
            <a:extLst>
              <a:ext uri="{FF2B5EF4-FFF2-40B4-BE49-F238E27FC236}">
                <a16:creationId xmlns:a16="http://schemas.microsoft.com/office/drawing/2014/main" id="{B8CDAE19-3732-C705-5B48-B2A808F9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20" y="6478274"/>
            <a:ext cx="2743200" cy="365125"/>
          </a:xfrm>
        </p:spPr>
        <p:txBody>
          <a:bodyPr/>
          <a:lstStyle>
            <a:lvl1pPr>
              <a:defRPr>
                <a:solidFill>
                  <a:srgbClr val="00133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defRPr>
            </a:lvl1pPr>
          </a:lstStyle>
          <a:p>
            <a:r>
              <a:rPr lang="fr-FR"/>
              <a:t>Date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C8E13645-E85E-E815-4E3B-A72FF05C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1769"/>
            <a:ext cx="2743200" cy="365125"/>
          </a:xfrm>
        </p:spPr>
        <p:txBody>
          <a:bodyPr/>
          <a:lstStyle>
            <a:lvl1pPr>
              <a:defRPr>
                <a:solidFill>
                  <a:srgbClr val="00133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defRPr>
            </a:lvl1pPr>
          </a:lstStyle>
          <a:p>
            <a:fld id="{981B3DCE-9C6F-4E24-90CC-106CB199509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CE78E974-DCE5-7E0D-DDFB-F27387A22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" y="136525"/>
            <a:ext cx="12191998" cy="644524"/>
          </a:xfrm>
        </p:spPr>
        <p:txBody>
          <a:bodyPr anchor="t">
            <a:normAutofit/>
          </a:bodyPr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8749B00-A27C-C3C8-75E2-A2DF7AFFD44F}"/>
              </a:ext>
            </a:extLst>
          </p:cNvPr>
          <p:cNvCxnSpPr/>
          <p:nvPr/>
        </p:nvCxnSpPr>
        <p:spPr>
          <a:xfrm>
            <a:off x="4467226" y="682625"/>
            <a:ext cx="317182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F9D38895-7AC5-CC7B-34A6-7C3C89C20946}"/>
              </a:ext>
            </a:extLst>
          </p:cNvPr>
          <p:cNvCxnSpPr>
            <a:cxnSpLocks/>
          </p:cNvCxnSpPr>
          <p:nvPr/>
        </p:nvCxnSpPr>
        <p:spPr>
          <a:xfrm>
            <a:off x="-30480" y="6474623"/>
            <a:ext cx="12222478" cy="3714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52664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B7D17-9D59-2C5F-BBCE-0DC67194F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64259579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5BCA8F7-2BA3-28BA-FB5F-438D1870D4DC}"/>
              </a:ext>
            </a:extLst>
          </p:cNvPr>
          <p:cNvCxnSpPr>
            <a:cxnSpLocks/>
          </p:cNvCxnSpPr>
          <p:nvPr/>
        </p:nvCxnSpPr>
        <p:spPr>
          <a:xfrm>
            <a:off x="2" y="2349500"/>
            <a:ext cx="500380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8E9728B-A4F0-474E-3470-70C113F7D823}"/>
              </a:ext>
            </a:extLst>
          </p:cNvPr>
          <p:cNvCxnSpPr>
            <a:cxnSpLocks/>
          </p:cNvCxnSpPr>
          <p:nvPr/>
        </p:nvCxnSpPr>
        <p:spPr>
          <a:xfrm>
            <a:off x="5003802" y="4724400"/>
            <a:ext cx="718820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e la date 8">
            <a:extLst>
              <a:ext uri="{FF2B5EF4-FFF2-40B4-BE49-F238E27FC236}">
                <a16:creationId xmlns:a16="http://schemas.microsoft.com/office/drawing/2014/main" id="{41929D93-42A8-4852-8DD3-471BF0C9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20" y="6478274"/>
            <a:ext cx="2743200" cy="365125"/>
          </a:xfrm>
        </p:spPr>
        <p:txBody>
          <a:bodyPr/>
          <a:lstStyle>
            <a:lvl1pPr>
              <a:defRPr>
                <a:solidFill>
                  <a:srgbClr val="00133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defRPr>
            </a:lvl1pPr>
          </a:lstStyle>
          <a:p>
            <a:r>
              <a:rPr lang="fr-FR"/>
              <a:t>Date </a:t>
            </a:r>
          </a:p>
        </p:txBody>
      </p:sp>
      <p:sp>
        <p:nvSpPr>
          <p:cNvPr id="17" name="Espace réservé du numéro de diapositive 10">
            <a:extLst>
              <a:ext uri="{FF2B5EF4-FFF2-40B4-BE49-F238E27FC236}">
                <a16:creationId xmlns:a16="http://schemas.microsoft.com/office/drawing/2014/main" id="{90F8E877-64BF-8543-2079-20665255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1769"/>
            <a:ext cx="2743200" cy="365125"/>
          </a:xfrm>
        </p:spPr>
        <p:txBody>
          <a:bodyPr/>
          <a:lstStyle>
            <a:lvl1pPr>
              <a:defRPr>
                <a:solidFill>
                  <a:srgbClr val="00133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defRPr>
            </a:lvl1pPr>
          </a:lstStyle>
          <a:p>
            <a:fld id="{981B3DCE-9C6F-4E24-90CC-106CB199509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463AA1-977D-BCD7-473D-28C2D9C0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2970488"/>
            <a:ext cx="12192004" cy="1340519"/>
          </a:xfrm>
        </p:spPr>
        <p:txBody>
          <a:bodyPr anchor="ctr">
            <a:normAutofit/>
          </a:bodyPr>
          <a:lstStyle>
            <a:lvl1pPr algn="ctr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00" b="1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99594365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1BDD11F-A258-294A-AF25-103C59B220EB}"/>
              </a:ext>
            </a:extLst>
          </p:cNvPr>
          <p:cNvSpPr/>
          <p:nvPr userDrawn="1"/>
        </p:nvSpPr>
        <p:spPr>
          <a:xfrm>
            <a:off x="0" y="6199322"/>
            <a:ext cx="12192000" cy="658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1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BB2AB0DF-6921-7941-82E6-E29B2DDD9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151664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613BB324-CC4F-423A-A5A8-19E5812B10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B36F9953-9949-3048-B831-DE3ADBD98CA7}"/>
              </a:ext>
            </a:extLst>
          </p:cNvPr>
          <p:cNvSpPr txBox="1"/>
          <p:nvPr userDrawn="1"/>
        </p:nvSpPr>
        <p:spPr>
          <a:xfrm>
            <a:off x="11012421" y="6583876"/>
            <a:ext cx="617401" cy="23782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900" spc="3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PAGE</a:t>
            </a:r>
            <a:r>
              <a:rPr lang="en-US" sz="900" spc="300">
                <a:solidFill>
                  <a:srgbClr val="00D975"/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\\</a:t>
            </a:r>
            <a:endParaRPr lang="id-ID" sz="900" spc="300">
              <a:solidFill>
                <a:srgbClr val="00D975"/>
              </a:solidFill>
              <a:latin typeface="Corbel" panose="020B0503020204020204" pitchFamily="34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6215B92-2D75-2243-B32C-B50A1E7126A3}"/>
              </a:ext>
            </a:extLst>
          </p:cNvPr>
          <p:cNvSpPr/>
          <p:nvPr userDrawn="1"/>
        </p:nvSpPr>
        <p:spPr>
          <a:xfrm>
            <a:off x="8603436" y="6612368"/>
            <a:ext cx="217719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Exclusive property of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be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ys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 \  Reproduction prohibited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44528877-49A4-544E-964C-43D8B6AEFCE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8966" y="6165438"/>
            <a:ext cx="1140396" cy="855297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8BCC9AD-CA58-5442-9325-DA8370791225}"/>
              </a:ext>
            </a:extLst>
          </p:cNvPr>
          <p:cNvCxnSpPr>
            <a:cxnSpLocks/>
          </p:cNvCxnSpPr>
          <p:nvPr userDrawn="1"/>
        </p:nvCxnSpPr>
        <p:spPr>
          <a:xfrm>
            <a:off x="596687" y="6561609"/>
            <a:ext cx="1159531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Marcador de número de diapositiva 1">
            <a:extLst>
              <a:ext uri="{FF2B5EF4-FFF2-40B4-BE49-F238E27FC236}">
                <a16:creationId xmlns:a16="http://schemas.microsoft.com/office/drawing/2014/main" id="{C7E62816-CAB5-CA4F-9CE6-D89BF71D0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6131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45D0DE0C-C43B-F44D-B2E0-24D5F38225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3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Index</a:t>
            </a:r>
            <a:endParaRPr lang="es-E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5049861-C492-0749-9D4C-C8BD702BCF97}"/>
              </a:ext>
            </a:extLst>
          </p:cNvPr>
          <p:cNvCxnSpPr>
            <a:cxnSpLocks/>
          </p:cNvCxnSpPr>
          <p:nvPr userDrawn="1"/>
        </p:nvCxnSpPr>
        <p:spPr>
          <a:xfrm>
            <a:off x="918534" y="745438"/>
            <a:ext cx="11273468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95FEF63F-1036-1A48-8675-1E462A72F1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34007" y="1417705"/>
            <a:ext cx="5181600" cy="459563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Content A……………………….. </a:t>
            </a:r>
            <a:r>
              <a:rPr lang="es-ES" err="1"/>
              <a:t>pag.X</a:t>
            </a:r>
            <a:endParaRPr lang="es-ES"/>
          </a:p>
          <a:p>
            <a:pPr marL="0" marR="0" lvl="0" indent="0" algn="l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Content B……………………….. </a:t>
            </a:r>
            <a:r>
              <a:rPr lang="es-ES" err="1"/>
              <a:t>pag.X</a:t>
            </a:r>
            <a:endParaRPr lang="es-ES"/>
          </a:p>
          <a:p>
            <a:pPr marL="0" marR="0" lvl="0" indent="0" algn="l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Content C……………………….. </a:t>
            </a:r>
            <a:r>
              <a:rPr lang="es-ES" err="1"/>
              <a:t>pag.X</a:t>
            </a:r>
            <a:endParaRPr lang="es-ES"/>
          </a:p>
          <a:p>
            <a:pPr marL="0" marR="0" lvl="0" indent="0" algn="l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Content D……………………….. </a:t>
            </a:r>
            <a:r>
              <a:rPr lang="es-ES" err="1"/>
              <a:t>pag.X</a:t>
            </a:r>
            <a:endParaRPr lang="es-ES"/>
          </a:p>
          <a:p>
            <a:pPr marL="0" marR="0" lvl="0" indent="0" algn="l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Content E……………………….. </a:t>
            </a:r>
            <a:r>
              <a:rPr lang="es-ES" err="1"/>
              <a:t>pag.X</a:t>
            </a:r>
            <a:endParaRPr lang="es-ES"/>
          </a:p>
          <a:p>
            <a:pPr marL="0" marR="0" lvl="0" indent="0" algn="l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Content F……………………….. </a:t>
            </a:r>
            <a:r>
              <a:rPr lang="es-ES" err="1"/>
              <a:t>pag.X</a:t>
            </a:r>
            <a:endParaRPr lang="es-ES"/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497553FD-19D2-374E-B71A-A8443075514F}"/>
              </a:ext>
            </a:extLst>
          </p:cNvPr>
          <p:cNvGrpSpPr/>
          <p:nvPr userDrawn="1"/>
        </p:nvGrpSpPr>
        <p:grpSpPr>
          <a:xfrm>
            <a:off x="-961914" y="1090437"/>
            <a:ext cx="6230750" cy="5751597"/>
            <a:chOff x="524169" y="1662558"/>
            <a:chExt cx="4957762" cy="4651375"/>
          </a:xfrm>
        </p:grpSpPr>
        <p:pic>
          <p:nvPicPr>
            <p:cNvPr id="16" name="Picture 10">
              <a:extLst>
                <a:ext uri="{FF2B5EF4-FFF2-40B4-BE49-F238E27FC236}">
                  <a16:creationId xmlns:a16="http://schemas.microsoft.com/office/drawing/2014/main" id="{6C7AA453-D38C-2749-80C1-4281F6F30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169" y="1662558"/>
              <a:ext cx="4957762" cy="4651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id="{875BFE73-5645-094F-8CEF-0C4B64606D05}"/>
                </a:ext>
              </a:extLst>
            </p:cNvPr>
            <p:cNvSpPr/>
            <p:nvPr/>
          </p:nvSpPr>
          <p:spPr>
            <a:xfrm>
              <a:off x="1062105" y="2272553"/>
              <a:ext cx="4020884" cy="22725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B5DA806-1B4A-3948-A788-717F0B2D59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5856" y="1844714"/>
            <a:ext cx="5053316" cy="28100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3" name="Marcador de número de diapositiva 1">
            <a:extLst>
              <a:ext uri="{FF2B5EF4-FFF2-40B4-BE49-F238E27FC236}">
                <a16:creationId xmlns:a16="http://schemas.microsoft.com/office/drawing/2014/main" id="{7EC179A2-4EB0-AD40-9F63-BE7062871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149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D2573FB-43A6-49F7-8AF4-B12C51A9CD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19201"/>
            <a:ext cx="12192000" cy="44196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B8F89C6-3EA1-5343-8B85-872F43097E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863322"/>
            <a:ext cx="7058187" cy="307288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48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Section</a:t>
            </a:r>
            <a:r>
              <a:rPr lang="es-ES"/>
              <a:t> </a:t>
            </a:r>
            <a:r>
              <a:rPr lang="es-ES" err="1"/>
              <a:t>Title</a:t>
            </a:r>
            <a:r>
              <a:rPr lang="es-ES"/>
              <a:t> v1</a:t>
            </a:r>
          </a:p>
        </p:txBody>
      </p:sp>
      <p:sp>
        <p:nvSpPr>
          <p:cNvPr id="7" name="Marcador de número de diapositiva 1">
            <a:extLst>
              <a:ext uri="{FF2B5EF4-FFF2-40B4-BE49-F238E27FC236}">
                <a16:creationId xmlns:a16="http://schemas.microsoft.com/office/drawing/2014/main" id="{FD8DE6AC-A80B-EA4E-B937-05452B2CD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376149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1E2670E-C754-8C4F-B3F9-BA5733652322}"/>
              </a:ext>
            </a:extLst>
          </p:cNvPr>
          <p:cNvSpPr/>
          <p:nvPr userDrawn="1"/>
        </p:nvSpPr>
        <p:spPr>
          <a:xfrm>
            <a:off x="534694" y="6393052"/>
            <a:ext cx="11657308" cy="233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1"/>
          </a:p>
        </p:txBody>
      </p:sp>
      <p:sp>
        <p:nvSpPr>
          <p:cNvPr id="3" name="Фигура">
            <a:extLst>
              <a:ext uri="{FF2B5EF4-FFF2-40B4-BE49-F238E27FC236}">
                <a16:creationId xmlns:a16="http://schemas.microsoft.com/office/drawing/2014/main" id="{93DA31AF-0C75-4A4A-9B34-296F6697D100}"/>
              </a:ext>
            </a:extLst>
          </p:cNvPr>
          <p:cNvSpPr/>
          <p:nvPr userDrawn="1"/>
        </p:nvSpPr>
        <p:spPr>
          <a:xfrm rot="5400000">
            <a:off x="1443637" y="-1225451"/>
            <a:ext cx="3472459" cy="3441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08"/>
                </a:lnTo>
                <a:lnTo>
                  <a:pt x="602" y="0"/>
                </a:lnTo>
                <a:lnTo>
                  <a:pt x="0" y="0"/>
                </a:lnTo>
                <a:close/>
                <a:moveTo>
                  <a:pt x="1744" y="0"/>
                </a:moveTo>
                <a:lnTo>
                  <a:pt x="0" y="1760"/>
                </a:lnTo>
                <a:lnTo>
                  <a:pt x="0" y="2963"/>
                </a:lnTo>
                <a:lnTo>
                  <a:pt x="2937" y="0"/>
                </a:lnTo>
                <a:lnTo>
                  <a:pt x="1744" y="0"/>
                </a:lnTo>
                <a:close/>
                <a:moveTo>
                  <a:pt x="4078" y="0"/>
                </a:moveTo>
                <a:lnTo>
                  <a:pt x="0" y="4115"/>
                </a:lnTo>
                <a:lnTo>
                  <a:pt x="0" y="5319"/>
                </a:lnTo>
                <a:lnTo>
                  <a:pt x="5272" y="0"/>
                </a:lnTo>
                <a:lnTo>
                  <a:pt x="4078" y="0"/>
                </a:lnTo>
                <a:close/>
                <a:moveTo>
                  <a:pt x="6412" y="0"/>
                </a:moveTo>
                <a:lnTo>
                  <a:pt x="0" y="6470"/>
                </a:lnTo>
                <a:lnTo>
                  <a:pt x="0" y="7675"/>
                </a:lnTo>
                <a:lnTo>
                  <a:pt x="7606" y="0"/>
                </a:lnTo>
                <a:lnTo>
                  <a:pt x="6412" y="0"/>
                </a:lnTo>
                <a:close/>
                <a:moveTo>
                  <a:pt x="8748" y="0"/>
                </a:moveTo>
                <a:lnTo>
                  <a:pt x="0" y="8827"/>
                </a:lnTo>
                <a:lnTo>
                  <a:pt x="0" y="10030"/>
                </a:lnTo>
                <a:lnTo>
                  <a:pt x="9940" y="0"/>
                </a:lnTo>
                <a:lnTo>
                  <a:pt x="8748" y="0"/>
                </a:lnTo>
                <a:close/>
                <a:moveTo>
                  <a:pt x="11082" y="0"/>
                </a:moveTo>
                <a:lnTo>
                  <a:pt x="0" y="11182"/>
                </a:lnTo>
                <a:lnTo>
                  <a:pt x="0" y="12386"/>
                </a:lnTo>
                <a:lnTo>
                  <a:pt x="12276" y="0"/>
                </a:lnTo>
                <a:lnTo>
                  <a:pt x="11082" y="0"/>
                </a:lnTo>
                <a:close/>
                <a:moveTo>
                  <a:pt x="13416" y="0"/>
                </a:moveTo>
                <a:lnTo>
                  <a:pt x="0" y="13537"/>
                </a:lnTo>
                <a:lnTo>
                  <a:pt x="0" y="14741"/>
                </a:lnTo>
                <a:lnTo>
                  <a:pt x="14610" y="0"/>
                </a:lnTo>
                <a:lnTo>
                  <a:pt x="13416" y="0"/>
                </a:lnTo>
                <a:close/>
                <a:moveTo>
                  <a:pt x="15752" y="0"/>
                </a:moveTo>
                <a:lnTo>
                  <a:pt x="0" y="15893"/>
                </a:lnTo>
                <a:lnTo>
                  <a:pt x="0" y="17096"/>
                </a:lnTo>
                <a:lnTo>
                  <a:pt x="16944" y="0"/>
                </a:lnTo>
                <a:lnTo>
                  <a:pt x="15752" y="0"/>
                </a:lnTo>
                <a:close/>
                <a:moveTo>
                  <a:pt x="18086" y="0"/>
                </a:moveTo>
                <a:lnTo>
                  <a:pt x="0" y="18248"/>
                </a:lnTo>
                <a:lnTo>
                  <a:pt x="0" y="19453"/>
                </a:lnTo>
                <a:lnTo>
                  <a:pt x="19279" y="0"/>
                </a:lnTo>
                <a:lnTo>
                  <a:pt x="18086" y="0"/>
                </a:lnTo>
                <a:close/>
                <a:moveTo>
                  <a:pt x="20420" y="0"/>
                </a:moveTo>
                <a:lnTo>
                  <a:pt x="0" y="20602"/>
                </a:lnTo>
                <a:lnTo>
                  <a:pt x="0" y="21600"/>
                </a:lnTo>
                <a:lnTo>
                  <a:pt x="206" y="21600"/>
                </a:lnTo>
                <a:lnTo>
                  <a:pt x="21600" y="14"/>
                </a:lnTo>
                <a:lnTo>
                  <a:pt x="21600" y="0"/>
                </a:lnTo>
                <a:lnTo>
                  <a:pt x="20420" y="0"/>
                </a:lnTo>
                <a:close/>
                <a:moveTo>
                  <a:pt x="21600" y="1166"/>
                </a:moveTo>
                <a:lnTo>
                  <a:pt x="1348" y="21600"/>
                </a:lnTo>
                <a:lnTo>
                  <a:pt x="2540" y="21600"/>
                </a:lnTo>
                <a:lnTo>
                  <a:pt x="21600" y="2369"/>
                </a:lnTo>
                <a:lnTo>
                  <a:pt x="21600" y="1166"/>
                </a:lnTo>
                <a:close/>
                <a:moveTo>
                  <a:pt x="21600" y="3521"/>
                </a:moveTo>
                <a:lnTo>
                  <a:pt x="3682" y="21600"/>
                </a:lnTo>
                <a:lnTo>
                  <a:pt x="4876" y="21600"/>
                </a:lnTo>
                <a:lnTo>
                  <a:pt x="21600" y="4725"/>
                </a:lnTo>
                <a:lnTo>
                  <a:pt x="21600" y="3521"/>
                </a:lnTo>
                <a:close/>
                <a:moveTo>
                  <a:pt x="21600" y="5875"/>
                </a:moveTo>
                <a:lnTo>
                  <a:pt x="6015" y="21600"/>
                </a:lnTo>
                <a:lnTo>
                  <a:pt x="7210" y="21600"/>
                </a:lnTo>
                <a:lnTo>
                  <a:pt x="21600" y="7080"/>
                </a:lnTo>
                <a:lnTo>
                  <a:pt x="21600" y="5875"/>
                </a:lnTo>
                <a:close/>
                <a:moveTo>
                  <a:pt x="21600" y="8232"/>
                </a:moveTo>
                <a:lnTo>
                  <a:pt x="8352" y="21600"/>
                </a:lnTo>
                <a:lnTo>
                  <a:pt x="9543" y="21600"/>
                </a:lnTo>
                <a:lnTo>
                  <a:pt x="21600" y="9436"/>
                </a:lnTo>
                <a:lnTo>
                  <a:pt x="21600" y="8232"/>
                </a:lnTo>
                <a:close/>
                <a:moveTo>
                  <a:pt x="21600" y="10586"/>
                </a:moveTo>
                <a:lnTo>
                  <a:pt x="10685" y="21600"/>
                </a:lnTo>
                <a:lnTo>
                  <a:pt x="11879" y="21600"/>
                </a:lnTo>
                <a:lnTo>
                  <a:pt x="21600" y="11792"/>
                </a:lnTo>
                <a:lnTo>
                  <a:pt x="21600" y="10586"/>
                </a:lnTo>
                <a:close/>
                <a:moveTo>
                  <a:pt x="21600" y="12942"/>
                </a:moveTo>
                <a:lnTo>
                  <a:pt x="13019" y="21600"/>
                </a:lnTo>
                <a:lnTo>
                  <a:pt x="14212" y="21600"/>
                </a:lnTo>
                <a:lnTo>
                  <a:pt x="21600" y="14146"/>
                </a:lnTo>
                <a:lnTo>
                  <a:pt x="21600" y="12942"/>
                </a:lnTo>
                <a:close/>
                <a:moveTo>
                  <a:pt x="21600" y="15298"/>
                </a:moveTo>
                <a:lnTo>
                  <a:pt x="15354" y="21600"/>
                </a:lnTo>
                <a:lnTo>
                  <a:pt x="16547" y="21600"/>
                </a:lnTo>
                <a:lnTo>
                  <a:pt x="21600" y="16501"/>
                </a:lnTo>
                <a:lnTo>
                  <a:pt x="21600" y="15298"/>
                </a:lnTo>
                <a:close/>
                <a:moveTo>
                  <a:pt x="21600" y="17653"/>
                </a:moveTo>
                <a:lnTo>
                  <a:pt x="17688" y="21600"/>
                </a:lnTo>
                <a:lnTo>
                  <a:pt x="18883" y="21600"/>
                </a:lnTo>
                <a:lnTo>
                  <a:pt x="21600" y="18859"/>
                </a:lnTo>
                <a:lnTo>
                  <a:pt x="21600" y="17653"/>
                </a:lnTo>
                <a:close/>
                <a:moveTo>
                  <a:pt x="21600" y="20008"/>
                </a:moveTo>
                <a:lnTo>
                  <a:pt x="20022" y="21600"/>
                </a:lnTo>
                <a:lnTo>
                  <a:pt x="21216" y="21600"/>
                </a:lnTo>
                <a:lnTo>
                  <a:pt x="21600" y="21213"/>
                </a:lnTo>
                <a:lnTo>
                  <a:pt x="21600" y="20008"/>
                </a:lnTo>
                <a:close/>
              </a:path>
            </a:pathLst>
          </a:custGeom>
          <a:solidFill>
            <a:srgbClr val="E0DFE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B6AFF80-ADD6-414B-9FD5-9D1CAA69C8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44063" y="2471047"/>
            <a:ext cx="6615060" cy="151200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Section</a:t>
            </a:r>
            <a:r>
              <a:rPr lang="es-ES"/>
              <a:t> </a:t>
            </a:r>
            <a:r>
              <a:rPr lang="es-ES" err="1"/>
              <a:t>Title</a:t>
            </a:r>
            <a:r>
              <a:rPr lang="es-ES"/>
              <a:t> v2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DEA8BB1F-443C-544D-A96D-34ED724B7B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51810" y="4240670"/>
            <a:ext cx="10747940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85645D5-35EA-8749-8C5D-C225DBEDD269}"/>
              </a:ext>
            </a:extLst>
          </p:cNvPr>
          <p:cNvCxnSpPr>
            <a:cxnSpLocks/>
          </p:cNvCxnSpPr>
          <p:nvPr userDrawn="1"/>
        </p:nvCxnSpPr>
        <p:spPr>
          <a:xfrm>
            <a:off x="1451810" y="4111862"/>
            <a:ext cx="10747940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B3B48A45-A58C-E24C-9CC2-B182570AD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821122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613BB324-CC4F-423A-A5A8-19E5812B10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52702C35-8607-BE4E-97B7-78E1F8326445}"/>
              </a:ext>
            </a:extLst>
          </p:cNvPr>
          <p:cNvGrpSpPr/>
          <p:nvPr userDrawn="1"/>
        </p:nvGrpSpPr>
        <p:grpSpPr>
          <a:xfrm>
            <a:off x="-278969" y="6165438"/>
            <a:ext cx="12470969" cy="855297"/>
            <a:chOff x="-278969" y="6165435"/>
            <a:chExt cx="12470969" cy="855297"/>
          </a:xfrm>
        </p:grpSpPr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CFF316AE-5F78-D44D-AB83-14F7E8AC4794}"/>
                </a:ext>
              </a:extLst>
            </p:cNvPr>
            <p:cNvSpPr txBox="1"/>
            <p:nvPr userDrawn="1"/>
          </p:nvSpPr>
          <p:spPr>
            <a:xfrm>
              <a:off x="11012417" y="6583873"/>
              <a:ext cx="617401" cy="23782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l"/>
              <a:r>
                <a:rPr lang="en-US" sz="900" spc="3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  <a:ea typeface="Roboto Condensed" panose="02000000000000000000" pitchFamily="2" charset="0"/>
                  <a:cs typeface="Segoe UI" panose="020B0502040204020203" pitchFamily="34" charset="0"/>
                </a:rPr>
                <a:t>PAGE</a:t>
              </a:r>
              <a:r>
                <a:rPr lang="en-US" sz="900" spc="300">
                  <a:solidFill>
                    <a:srgbClr val="00D975"/>
                  </a:solidFill>
                  <a:latin typeface="Corbel" panose="020B0503020204020204" pitchFamily="34" charset="0"/>
                  <a:ea typeface="Roboto Condensed" panose="02000000000000000000" pitchFamily="2" charset="0"/>
                  <a:cs typeface="Segoe UI" panose="020B0502040204020203" pitchFamily="34" charset="0"/>
                </a:rPr>
                <a:t>\\</a:t>
              </a:r>
              <a:endParaRPr lang="id-ID" sz="900" spc="300">
                <a:solidFill>
                  <a:srgbClr val="00D975"/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AEAC4F58-0647-1B48-A55E-9B5D3A24EE63}"/>
                </a:ext>
              </a:extLst>
            </p:cNvPr>
            <p:cNvSpPr/>
            <p:nvPr userDrawn="1"/>
          </p:nvSpPr>
          <p:spPr>
            <a:xfrm>
              <a:off x="8603433" y="6612364"/>
              <a:ext cx="2177198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Exclusive property of </a:t>
              </a:r>
              <a:r>
                <a:rPr lang="fr-FR" sz="700" err="1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be</a:t>
              </a:r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r>
                <a:rPr lang="fr-FR" sz="700" err="1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ys</a:t>
              </a:r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  \  Reproduction prohibited</a:t>
              </a:r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CEBE3106-F48D-8842-9E5B-C702F63EF2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278969" y="6165435"/>
              <a:ext cx="1140396" cy="855297"/>
            </a:xfrm>
            <a:prstGeom prst="rect">
              <a:avLst/>
            </a:prstGeom>
          </p:spPr>
        </p:pic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71E63893-E40C-B846-B8EC-9F0B9397A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6685" y="6561609"/>
              <a:ext cx="11595315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" name="Marcador de número de diapositiva 1">
            <a:extLst>
              <a:ext uri="{FF2B5EF4-FFF2-40B4-BE49-F238E27FC236}">
                <a16:creationId xmlns:a16="http://schemas.microsoft.com/office/drawing/2014/main" id="{5712E398-0D99-1741-8A8A-13F8A822F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456792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1">
            <a:extLst>
              <a:ext uri="{FF2B5EF4-FFF2-40B4-BE49-F238E27FC236}">
                <a16:creationId xmlns:a16="http://schemas.microsoft.com/office/drawing/2014/main" id="{3B2A109D-685F-4B47-9F8D-A54F8CAB2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786571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50F038A-3B94-4DA1-95B3-9860D12B05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89892" y="2101457"/>
            <a:ext cx="3104981" cy="3104982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3104982 h 3104982"/>
              <a:gd name="connsiteX2" fmla="*/ 0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3104982"/>
                </a:lnTo>
                <a:lnTo>
                  <a:pt x="0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1771244-C33E-4509-9779-593317B0FB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89892" y="1651561"/>
            <a:ext cx="3104981" cy="3104982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0 h 3104982"/>
              <a:gd name="connsiteX2" fmla="*/ 3104982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0"/>
                </a:lnTo>
                <a:lnTo>
                  <a:pt x="3104982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00CF50E4-694C-1C41-B941-A4F0C44B2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100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6F8D5-22CB-484E-B1C3-CD0DAD47DA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34003" y="0"/>
            <a:ext cx="6858000" cy="6858000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0 h 3104982"/>
              <a:gd name="connsiteX2" fmla="*/ 3104982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0"/>
                </a:lnTo>
                <a:lnTo>
                  <a:pt x="3104982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4EC0630-77CE-584F-80A6-478878A18D4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E9A05CB-F1F7-BA4C-927B-44D41A84C4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3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1A97EF81-E99F-304D-AB2D-3487AE2AAA93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50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3D0648A-97AE-AD47-B133-F8CEFF02FEDF}"/>
              </a:ext>
            </a:extLst>
          </p:cNvPr>
          <p:cNvCxnSpPr>
            <a:cxnSpLocks/>
          </p:cNvCxnSpPr>
          <p:nvPr userDrawn="1"/>
        </p:nvCxnSpPr>
        <p:spPr>
          <a:xfrm>
            <a:off x="918536" y="745438"/>
            <a:ext cx="788734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49043D70-895C-B341-B87D-5A6740719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115879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E9DE5F-2189-441B-86FD-930B094062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51481" y="0"/>
            <a:ext cx="9558219" cy="4779110"/>
          </a:xfrm>
          <a:custGeom>
            <a:avLst/>
            <a:gdLst>
              <a:gd name="connsiteX0" fmla="*/ 0 w 9558219"/>
              <a:gd name="connsiteY0" fmla="*/ 0 h 4779110"/>
              <a:gd name="connsiteX1" fmla="*/ 9558219 w 9558219"/>
              <a:gd name="connsiteY1" fmla="*/ 0 h 4779110"/>
              <a:gd name="connsiteX2" fmla="*/ 4779109 w 9558219"/>
              <a:gd name="connsiteY2" fmla="*/ 4779110 h 477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8219" h="4779110">
                <a:moveTo>
                  <a:pt x="0" y="0"/>
                </a:moveTo>
                <a:lnTo>
                  <a:pt x="9558219" y="0"/>
                </a:lnTo>
                <a:lnTo>
                  <a:pt x="4779109" y="4779110"/>
                </a:lnTo>
                <a:close/>
              </a:path>
            </a:pathLst>
          </a:custGeom>
          <a:solidFill>
            <a:schemeClr val="bg1">
              <a:lumMod val="95000"/>
              <a:alpha val="17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788699-DF8A-BB42-BB4C-59E5FA13E52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D09AEE0-D7A3-1F45-9F5E-E6D3C7BE17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3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2D1FE3C6-D35C-F741-81C4-91AD68731231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50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CA51FFB-54C4-0146-BECD-60E6F74CCB68}"/>
              </a:ext>
            </a:extLst>
          </p:cNvPr>
          <p:cNvCxnSpPr>
            <a:cxnSpLocks/>
          </p:cNvCxnSpPr>
          <p:nvPr userDrawn="1"/>
        </p:nvCxnSpPr>
        <p:spPr>
          <a:xfrm>
            <a:off x="918536" y="745438"/>
            <a:ext cx="788734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5738EFFF-FB58-F44E-A847-90FCD3FB9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140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61970D6-E71D-4F1E-80FA-64C7BBBAB3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903094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0019BBA8-A576-9E4B-B51A-132D971D8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352154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885DCD30-DF58-4645-807E-4FEBED5E73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4891" y="240030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839AA77-EC61-4092-AE53-B37589377E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9819" y="240030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23DD051-3FED-4C37-A383-069C826BD8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72356" y="413825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8B61D66-E163-4057-85A8-8999B3814F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27282" y="413825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A9154F3-426F-094E-A493-1F226E5104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1ADCA970-4660-F64B-AD9A-48200DC17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8AA5AEC-489E-A043-8001-45915CDEBA80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8AC94858-294E-D34A-8C63-6B801BD70139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672357" y="2719754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B64B28F9-248F-3041-B8FF-A1FCEBA6E40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672357" y="2400303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FB28A865-F773-0C44-877A-33C68E46F14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39564" y="2719754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E0B74E35-2D92-4A46-8690-FD1BF5D561A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639564" y="2400303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13129E8C-9AC0-8947-BBC5-3B1D1951C37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1200376" y="4455564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47337D22-96A0-6F41-A18C-D3E46B7F3685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1200376" y="4136114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8E897679-494F-6C42-8079-56088D84985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167585" y="4455564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D1C13F70-255C-C74B-BB4E-BF01154300DC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167585" y="4136114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8" name="Marcador de número de diapositiva 1">
            <a:extLst>
              <a:ext uri="{FF2B5EF4-FFF2-40B4-BE49-F238E27FC236}">
                <a16:creationId xmlns:a16="http://schemas.microsoft.com/office/drawing/2014/main" id="{186AF980-4012-4740-940A-7D4263221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895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5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5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50000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  <p:bldP spid="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  <p:bldP spid="9" grpId="0" animBg="1"/>
        </p:bldLst>
      </p:timing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DD4FDA6-AB0C-4A67-88E6-774C5314DD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4" y="0"/>
            <a:ext cx="6096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453A2F0-D15B-9B42-AE1F-9E2C443E5A8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41FF05F-72A3-D547-BBA8-9E48A9749A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50759"/>
            <a:ext cx="5181600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776B625-2D67-0F4B-A546-ADB400B8BAFB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50" y="802952"/>
            <a:ext cx="5173852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BC6F670-A3D1-C84C-8CD5-FCDDD65F994A}"/>
              </a:ext>
            </a:extLst>
          </p:cNvPr>
          <p:cNvCxnSpPr>
            <a:cxnSpLocks/>
          </p:cNvCxnSpPr>
          <p:nvPr userDrawn="1"/>
        </p:nvCxnSpPr>
        <p:spPr>
          <a:xfrm>
            <a:off x="918536" y="745438"/>
            <a:ext cx="788734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4EC55370-3FF1-4C40-91CA-B9A4B37B0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654601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>
            <a:extLst>
              <a:ext uri="{FF2B5EF4-FFF2-40B4-BE49-F238E27FC236}">
                <a16:creationId xmlns:a16="http://schemas.microsoft.com/office/drawing/2014/main" id="{946F20C5-D3DF-544F-8C07-8005ECBE9558}"/>
              </a:ext>
            </a:extLst>
          </p:cNvPr>
          <p:cNvGrpSpPr/>
          <p:nvPr userDrawn="1"/>
        </p:nvGrpSpPr>
        <p:grpSpPr>
          <a:xfrm>
            <a:off x="5516380" y="811469"/>
            <a:ext cx="6230750" cy="5751597"/>
            <a:chOff x="524169" y="1662558"/>
            <a:chExt cx="4957762" cy="4651375"/>
          </a:xfrm>
        </p:grpSpPr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2098A9C9-E85D-434A-BEFF-801760C72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169" y="1662558"/>
              <a:ext cx="4957762" cy="4651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A619C179-C7A6-8341-8D47-0EA126540211}"/>
                </a:ext>
              </a:extLst>
            </p:cNvPr>
            <p:cNvSpPr/>
            <p:nvPr/>
          </p:nvSpPr>
          <p:spPr>
            <a:xfrm>
              <a:off x="1062105" y="2272553"/>
              <a:ext cx="4020884" cy="22725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FB1E281-01DB-4427-A41C-29CEBC618F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92435" y="1565746"/>
            <a:ext cx="5053316" cy="28100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283BA9FE-D2F7-8742-A931-C4C5BD14D0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8853" y="2647784"/>
            <a:ext cx="3697470" cy="3694962"/>
          </a:xfrm>
          <a:prstGeom prst="rect">
            <a:avLst/>
          </a:prstGeom>
        </p:spPr>
      </p:pic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76EA5DE-9497-4835-B21B-76009B5B95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10191" y="3267078"/>
            <a:ext cx="1181100" cy="210026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660557A-BB46-7342-A4D0-B34FE5708D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6BA07797-7278-5644-9708-FACACE9F43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E8C595D-45BD-3A43-96FB-EBC66E30D5FB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969492F-D8D8-594E-A5D6-F8E9EBFFD0E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8202" y="1825625"/>
            <a:ext cx="4098011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5" name="Marcador de número de diapositiva 1">
            <a:extLst>
              <a:ext uri="{FF2B5EF4-FFF2-40B4-BE49-F238E27FC236}">
                <a16:creationId xmlns:a16="http://schemas.microsoft.com/office/drawing/2014/main" id="{4E83B670-1254-F14C-8402-0DEBFDD27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68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2E47B3A5-7887-4FA1-9169-A31FA1A737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40616" y="1428425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32D4E3A-A129-42C0-91E6-E7F789ABE9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78902" y="1428425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352646D-F5F7-43CD-871C-511BFAB75B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40616" y="370274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3F52DD4-2431-480B-8405-C574F0591E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78902" y="370274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43FDBD19-3C1A-1C4F-AEA4-054A505F40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7" name="Subtítulo 2">
            <a:extLst>
              <a:ext uri="{FF2B5EF4-FFF2-40B4-BE49-F238E27FC236}">
                <a16:creationId xmlns:a16="http://schemas.microsoft.com/office/drawing/2014/main" id="{F3EA5A3C-9FC4-844E-9648-C7B21C36C4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2CEB8A8-BA6E-844F-81E9-F514AB5F2CC4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Marcador de contenido 2">
            <a:extLst>
              <a:ext uri="{FF2B5EF4-FFF2-40B4-BE49-F238E27FC236}">
                <a16:creationId xmlns:a16="http://schemas.microsoft.com/office/drawing/2014/main" id="{B50D0736-2A1A-FF4F-A86A-EDCAFCB5EC5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030515" y="1919526"/>
            <a:ext cx="3812708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8ACBF82D-68AE-0841-9173-D4BC51F860E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030515" y="1588394"/>
            <a:ext cx="3812708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C67F9E4A-4BFB-8B44-909F-4C29E107499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1030515" y="2973410"/>
            <a:ext cx="3812708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2" name="Marcador de contenido 2">
            <a:extLst>
              <a:ext uri="{FF2B5EF4-FFF2-40B4-BE49-F238E27FC236}">
                <a16:creationId xmlns:a16="http://schemas.microsoft.com/office/drawing/2014/main" id="{8DD8D5B5-3F68-5048-B859-28AC60F0AC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030515" y="2642278"/>
            <a:ext cx="3812708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02.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D8108B06-1CEB-D94F-AEF6-CF0D1F164426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1030515" y="4011797"/>
            <a:ext cx="3812708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93DB0801-FF40-8448-838C-C84A8199ACC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1030515" y="3680665"/>
            <a:ext cx="3812708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03.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8ECFBFC7-08A1-F04B-AB69-18E258A307A6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1030515" y="5065681"/>
            <a:ext cx="3812708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8EADE17C-1849-2C4F-B6AB-62EBC2C45A34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1030515" y="4734549"/>
            <a:ext cx="3812708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04.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8" name="Marcador de número de diapositiva 1">
            <a:extLst>
              <a:ext uri="{FF2B5EF4-FFF2-40B4-BE49-F238E27FC236}">
                <a16:creationId xmlns:a16="http://schemas.microsoft.com/office/drawing/2014/main" id="{1339FEB5-4EAF-524A-AAA6-E026A683B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02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6E31785-4B14-40BB-96DE-EDC6BD4C1B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9849" y="1829161"/>
            <a:ext cx="2140725" cy="4347805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9BFE47D-A59F-6C46-8F39-7A588EBA6B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35BCBBB-C342-3448-80CC-B307F82C0D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5A445B8-3382-8D49-B167-317C1233DBD5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6470B0C-6122-7D42-9E4D-4710B5E53301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36DEDA73-6824-2647-A3AD-CEC2254C21E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93899" y="1829161"/>
            <a:ext cx="2140725" cy="4347805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2BED8D94-F837-7544-AC83-F6F8CE6A0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18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711550-C766-4ADA-A24F-F1B0FEBCE4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2680913"/>
            <a:ext cx="2443940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C64A88A-C3DF-4777-AD4C-294A529273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443939" y="2680913"/>
            <a:ext cx="2443940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13EB6AF-5CC9-4AB6-BC27-EB4CB7253B8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87884" y="2680913"/>
            <a:ext cx="2437015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0672A28-1F3D-450B-9BBF-C9B579FCA3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4894" y="2680913"/>
            <a:ext cx="2437017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6A6CEFE-229A-4716-B92A-96236FA443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61909" y="2680913"/>
            <a:ext cx="2430091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061C8BC-496A-7342-AB3E-0EBA58965E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61757BB-D06D-F14D-8BD2-1456F18718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3F48DDD-3331-E340-95C8-EE4110807D0C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Marcador de número de diapositiva 1">
            <a:extLst>
              <a:ext uri="{FF2B5EF4-FFF2-40B4-BE49-F238E27FC236}">
                <a16:creationId xmlns:a16="http://schemas.microsoft.com/office/drawing/2014/main" id="{E4FC6572-A4D9-BF4D-9CD1-40BBA3A7A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986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101BADE-DF7D-1744-B75F-A7F11E3B03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27355"/>
            <a:ext cx="12192000" cy="420329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96048D-F945-7245-9CAF-304DE09DEA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09882" y="72854"/>
            <a:ext cx="4682121" cy="5457795"/>
          </a:xfrm>
          <a:prstGeom prst="rect">
            <a:avLst/>
          </a:prstGeom>
        </p:spPr>
      </p:pic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AA512036-59E3-8B42-A52D-0B188D512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664474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5FC19FC-A8CF-454B-8EEB-6D93081FF2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4064004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CB72AF5D-96F4-4F62-8176-5A030E0F15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64002" y="0"/>
            <a:ext cx="4064004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7A3CA4B-FB51-4704-931E-06E64B296E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8002" y="0"/>
            <a:ext cx="4064004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8457BB0D-243F-7148-9507-6DE5E8D7E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34BF40A-9607-F355-AB5A-93DA39A66C2A}"/>
              </a:ext>
            </a:extLst>
          </p:cNvPr>
          <p:cNvSpPr txBox="1">
            <a:spLocks/>
          </p:cNvSpPr>
          <p:nvPr userDrawn="1"/>
        </p:nvSpPr>
        <p:spPr>
          <a:xfrm>
            <a:off x="5100641" y="6583332"/>
            <a:ext cx="1990725" cy="244502"/>
          </a:xfrm>
          <a:prstGeom prst="rect">
            <a:avLst/>
          </a:prstGeom>
        </p:spPr>
        <p:txBody>
          <a:bodyPr anchor="ctr"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60772" rtl="0" eaLnBrk="1" fontAlgn="auto" latinLnBrk="0" hangingPunct="1">
              <a:lnSpc>
                <a:spcPct val="100000"/>
              </a:lnSpc>
              <a:spcBef>
                <a:spcPts val="159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001" b="0" i="0" u="none" strike="noStrike" kern="1200" cap="none" spc="300" normalizeH="0" baseline="0" noProof="0">
                <a:ln>
                  <a:noFill/>
                </a:ln>
                <a:solidFill>
                  <a:srgbClr val="012F2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CONFIDENTIEL</a:t>
            </a:r>
            <a:endParaRPr kumimoji="0" lang="en-US" sz="1001" b="0" i="0" u="none" strike="noStrike" kern="1200" cap="none" spc="300" normalizeH="0" baseline="0" noProof="0">
              <a:ln>
                <a:noFill/>
              </a:ln>
              <a:solidFill>
                <a:srgbClr val="012F2D"/>
              </a:solidFill>
              <a:effectLst>
                <a:outerShdw blurRad="1270000" dist="469900" dir="5400000" sx="84000" sy="84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94486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DA261E21-2AB9-414D-A17A-2B416A86AB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8125" y="839338"/>
            <a:ext cx="7453876" cy="5343099"/>
          </a:xfrm>
          <a:prstGeom prst="rect">
            <a:avLst/>
          </a:prstGeom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8E78ED1-7539-464E-86E5-B87D155A82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50284" y="1295401"/>
            <a:ext cx="6370320" cy="399288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2A5E28C5-471B-AF4B-9826-4FAD47C1BE1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4" y="1825625"/>
            <a:ext cx="463270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85F47FEC-403C-7948-BC7C-22AE13618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4" y="150759"/>
            <a:ext cx="5937164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F1333D04-26F0-3644-867B-4F8E1A22509E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51" y="802952"/>
            <a:ext cx="5937164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4B80512-4C66-BB43-9D4F-7D028396673D}"/>
              </a:ext>
            </a:extLst>
          </p:cNvPr>
          <p:cNvCxnSpPr>
            <a:cxnSpLocks/>
          </p:cNvCxnSpPr>
          <p:nvPr userDrawn="1"/>
        </p:nvCxnSpPr>
        <p:spPr>
          <a:xfrm>
            <a:off x="918533" y="745438"/>
            <a:ext cx="744107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8D20FCB8-8C5F-0747-807A-4BCC3BBB4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397D71F-55A2-05B8-7194-4709316FCAF8}"/>
              </a:ext>
            </a:extLst>
          </p:cNvPr>
          <p:cNvSpPr txBox="1">
            <a:spLocks/>
          </p:cNvSpPr>
          <p:nvPr userDrawn="1"/>
        </p:nvSpPr>
        <p:spPr>
          <a:xfrm>
            <a:off x="5100641" y="6583332"/>
            <a:ext cx="1990725" cy="244502"/>
          </a:xfrm>
          <a:prstGeom prst="rect">
            <a:avLst/>
          </a:prstGeom>
        </p:spPr>
        <p:txBody>
          <a:bodyPr anchor="ctr"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60772" rtl="0" eaLnBrk="1" fontAlgn="auto" latinLnBrk="0" hangingPunct="1">
              <a:lnSpc>
                <a:spcPct val="100000"/>
              </a:lnSpc>
              <a:spcBef>
                <a:spcPts val="159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001" b="0" i="0" u="none" strike="noStrike" kern="1200" cap="none" spc="300" normalizeH="0" baseline="0" noProof="0">
                <a:ln>
                  <a:noFill/>
                </a:ln>
                <a:solidFill>
                  <a:srgbClr val="012F2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CONFIDENTIEL</a:t>
            </a:r>
            <a:endParaRPr kumimoji="0" lang="en-US" sz="1001" b="0" i="0" u="none" strike="noStrike" kern="1200" cap="none" spc="300" normalizeH="0" baseline="0" noProof="0">
              <a:ln>
                <a:noFill/>
              </a:ln>
              <a:solidFill>
                <a:srgbClr val="012F2D"/>
              </a:solidFill>
              <a:effectLst>
                <a:outerShdw blurRad="1270000" dist="469900" dir="5400000" sx="84000" sy="84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95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5F08F-DF0D-A343-B8B0-5C0C1C58B6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3904" y="150759"/>
            <a:ext cx="11161877" cy="65219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2800" b="1" kern="1200" dirty="0">
                <a:solidFill>
                  <a:schemeClr val="tx1"/>
                </a:solidFill>
                <a:latin typeface="Graphik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5CAC4-060E-564A-BDED-168603FFF5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D3CF857-1D61-794D-9FCF-9B47714F2C05}"/>
              </a:ext>
            </a:extLst>
          </p:cNvPr>
          <p:cNvCxnSpPr/>
          <p:nvPr userDrawn="1"/>
        </p:nvCxnSpPr>
        <p:spPr>
          <a:xfrm>
            <a:off x="163907" y="745438"/>
            <a:ext cx="1529001" cy="0"/>
          </a:xfrm>
          <a:prstGeom prst="line">
            <a:avLst/>
          </a:prstGeom>
          <a:ln>
            <a:solidFill>
              <a:srgbClr val="D0C6A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37BB26F5-F5EC-D64B-BE90-077F84A9B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11AE13-8D63-B92D-EA8B-7EB4A3525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60445" y="184466"/>
            <a:ext cx="650708" cy="58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050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_Title Slide">
    <p:bg>
      <p:bgPr>
        <a:gradFill>
          <a:gsLst>
            <a:gs pos="2000">
              <a:schemeClr val="accent1"/>
            </a:gs>
            <a:gs pos="100000">
              <a:schemeClr val="accent1">
                <a:lumMod val="75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o 25">
            <a:extLst>
              <a:ext uri="{FF2B5EF4-FFF2-40B4-BE49-F238E27FC236}">
                <a16:creationId xmlns:a16="http://schemas.microsoft.com/office/drawing/2014/main" id="{F9FBD1F2-08FC-C04F-A8B4-DA270B76D732}"/>
              </a:ext>
            </a:extLst>
          </p:cNvPr>
          <p:cNvGrpSpPr/>
          <p:nvPr userDrawn="1"/>
        </p:nvGrpSpPr>
        <p:grpSpPr>
          <a:xfrm>
            <a:off x="-278969" y="6165438"/>
            <a:ext cx="12470969" cy="855297"/>
            <a:chOff x="-278969" y="6165435"/>
            <a:chExt cx="12470969" cy="855297"/>
          </a:xfrm>
        </p:grpSpPr>
        <p:sp>
          <p:nvSpPr>
            <p:cNvPr id="28" name="TextBox 17">
              <a:extLst>
                <a:ext uri="{FF2B5EF4-FFF2-40B4-BE49-F238E27FC236}">
                  <a16:creationId xmlns:a16="http://schemas.microsoft.com/office/drawing/2014/main" id="{139EACDA-C76B-0B40-83B2-340476551D14}"/>
                </a:ext>
              </a:extLst>
            </p:cNvPr>
            <p:cNvSpPr txBox="1"/>
            <p:nvPr userDrawn="1"/>
          </p:nvSpPr>
          <p:spPr>
            <a:xfrm>
              <a:off x="11012417" y="6583873"/>
              <a:ext cx="617401" cy="23782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l"/>
              <a:r>
                <a:rPr lang="en-US" sz="900" spc="3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  <a:ea typeface="Roboto Condensed" panose="02000000000000000000" pitchFamily="2" charset="0"/>
                  <a:cs typeface="Segoe UI" panose="020B0502040204020203" pitchFamily="34" charset="0"/>
                </a:rPr>
                <a:t>PAGE</a:t>
              </a:r>
              <a:r>
                <a:rPr lang="en-US" sz="900" spc="300">
                  <a:solidFill>
                    <a:srgbClr val="00D975"/>
                  </a:solidFill>
                  <a:latin typeface="Corbel" panose="020B0503020204020204" pitchFamily="34" charset="0"/>
                  <a:ea typeface="Roboto Condensed" panose="02000000000000000000" pitchFamily="2" charset="0"/>
                  <a:cs typeface="Segoe UI" panose="020B0502040204020203" pitchFamily="34" charset="0"/>
                </a:rPr>
                <a:t>\\</a:t>
              </a:r>
              <a:endParaRPr lang="id-ID" sz="900" spc="300">
                <a:solidFill>
                  <a:srgbClr val="00D975"/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29" name="Rectangle 6">
              <a:extLst>
                <a:ext uri="{FF2B5EF4-FFF2-40B4-BE49-F238E27FC236}">
                  <a16:creationId xmlns:a16="http://schemas.microsoft.com/office/drawing/2014/main" id="{3A8752E7-F0D8-974F-8767-CE34C9031D0E}"/>
                </a:ext>
              </a:extLst>
            </p:cNvPr>
            <p:cNvSpPr/>
            <p:nvPr userDrawn="1"/>
          </p:nvSpPr>
          <p:spPr>
            <a:xfrm>
              <a:off x="8603433" y="6612364"/>
              <a:ext cx="2177198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Exclusive property of </a:t>
              </a:r>
              <a:r>
                <a:rPr lang="fr-FR" sz="700" err="1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be</a:t>
              </a:r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r>
                <a:rPr lang="fr-FR" sz="700" err="1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ys</a:t>
              </a:r>
              <a:r>
                <a:rPr lang="fr-FR" sz="700">
                  <a:solidFill>
                    <a:schemeClr val="bg1">
                      <a:lumMod val="75000"/>
                    </a:schemeClr>
                  </a:solidFill>
                  <a:latin typeface="Corbel" panose="020B0503020204020204" pitchFamily="34" charset="0"/>
                </a:rPr>
                <a:t>  \  Reproduction prohibited</a:t>
              </a:r>
            </a:p>
          </p:txBody>
        </p:sp>
        <p:pic>
          <p:nvPicPr>
            <p:cNvPr id="30" name="Gráfico 29">
              <a:extLst>
                <a:ext uri="{FF2B5EF4-FFF2-40B4-BE49-F238E27FC236}">
                  <a16:creationId xmlns:a16="http://schemas.microsoft.com/office/drawing/2014/main" id="{42A22023-BFF5-0449-9206-32E20AEFF5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278969" y="6165435"/>
              <a:ext cx="1140396" cy="855297"/>
            </a:xfrm>
            <a:prstGeom prst="rect">
              <a:avLst/>
            </a:prstGeom>
          </p:spPr>
        </p:pic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AEE848CC-CF3F-494B-9FD0-DEBA0320F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6685" y="6561609"/>
              <a:ext cx="11595315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4BA12761-E254-D349-AE51-AF0BDB3C9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794751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ítulo 1">
            <a:extLst>
              <a:ext uri="{FF2B5EF4-FFF2-40B4-BE49-F238E27FC236}">
                <a16:creationId xmlns:a16="http://schemas.microsoft.com/office/drawing/2014/main" id="{ADD9C4EE-4BB7-0443-964B-5994EC8E4C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53" name="Subtítulo 2">
            <a:extLst>
              <a:ext uri="{FF2B5EF4-FFF2-40B4-BE49-F238E27FC236}">
                <a16:creationId xmlns:a16="http://schemas.microsoft.com/office/drawing/2014/main" id="{0A172AC6-BEB1-8048-ACEF-FA2CEF7F5F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644DA716-AA31-D04A-BB6F-F469C9F9C4DA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1" name="Marcador de contenido 2">
            <a:extLst>
              <a:ext uri="{FF2B5EF4-FFF2-40B4-BE49-F238E27FC236}">
                <a16:creationId xmlns:a16="http://schemas.microsoft.com/office/drawing/2014/main" id="{684B50C7-2F14-FB46-880A-D0536999C867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101732" y="220682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72" name="Marcador de contenido 2">
            <a:extLst>
              <a:ext uri="{FF2B5EF4-FFF2-40B4-BE49-F238E27FC236}">
                <a16:creationId xmlns:a16="http://schemas.microsoft.com/office/drawing/2014/main" id="{0FC93BCD-973C-804F-9F6D-A6180BF1F67F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101731" y="1836946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73" name="Marcador de contenido 2">
            <a:extLst>
              <a:ext uri="{FF2B5EF4-FFF2-40B4-BE49-F238E27FC236}">
                <a16:creationId xmlns:a16="http://schemas.microsoft.com/office/drawing/2014/main" id="{C5A1C38F-6C9F-8243-B496-67F7DC1092E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101732" y="4182857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74" name="Marcador de contenido 2">
            <a:extLst>
              <a:ext uri="{FF2B5EF4-FFF2-40B4-BE49-F238E27FC236}">
                <a16:creationId xmlns:a16="http://schemas.microsoft.com/office/drawing/2014/main" id="{749F70CE-54F9-7D48-B904-E744090B805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101731" y="3812980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75" name="Marcador de contenido 2">
            <a:extLst>
              <a:ext uri="{FF2B5EF4-FFF2-40B4-BE49-F238E27FC236}">
                <a16:creationId xmlns:a16="http://schemas.microsoft.com/office/drawing/2014/main" id="{C1E8D03C-3C70-C342-B868-CA43912AF87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81100" y="220682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76" name="Marcador de contenido 2">
            <a:extLst>
              <a:ext uri="{FF2B5EF4-FFF2-40B4-BE49-F238E27FC236}">
                <a16:creationId xmlns:a16="http://schemas.microsoft.com/office/drawing/2014/main" id="{C73A438E-4789-624B-AAE7-3A1E7400EDE2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81098" y="1836946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77" name="Marcador de contenido 2">
            <a:extLst>
              <a:ext uri="{FF2B5EF4-FFF2-40B4-BE49-F238E27FC236}">
                <a16:creationId xmlns:a16="http://schemas.microsoft.com/office/drawing/2014/main" id="{10821538-121D-404E-BA9D-21F167C4C0B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581100" y="4182857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78" name="Marcador de contenido 2">
            <a:extLst>
              <a:ext uri="{FF2B5EF4-FFF2-40B4-BE49-F238E27FC236}">
                <a16:creationId xmlns:a16="http://schemas.microsoft.com/office/drawing/2014/main" id="{61C84BDC-F0CC-6C41-9D14-188A5554A7F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581098" y="3812980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79" name="Marcador de contenido 2">
            <a:extLst>
              <a:ext uri="{FF2B5EF4-FFF2-40B4-BE49-F238E27FC236}">
                <a16:creationId xmlns:a16="http://schemas.microsoft.com/office/drawing/2014/main" id="{C97480F6-21CD-8743-9EB1-E8574509D64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8083717" y="220682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80" name="Marcador de contenido 2">
            <a:extLst>
              <a:ext uri="{FF2B5EF4-FFF2-40B4-BE49-F238E27FC236}">
                <a16:creationId xmlns:a16="http://schemas.microsoft.com/office/drawing/2014/main" id="{CD4A0D05-3DEF-A04F-B8EB-E98DFF4DB71D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083715" y="1836946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81" name="Marcador de contenido 2">
            <a:extLst>
              <a:ext uri="{FF2B5EF4-FFF2-40B4-BE49-F238E27FC236}">
                <a16:creationId xmlns:a16="http://schemas.microsoft.com/office/drawing/2014/main" id="{CAD94176-FBBC-A541-A0BB-31751B64CD7E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8083717" y="4182857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82" name="Marcador de contenido 2">
            <a:extLst>
              <a:ext uri="{FF2B5EF4-FFF2-40B4-BE49-F238E27FC236}">
                <a16:creationId xmlns:a16="http://schemas.microsoft.com/office/drawing/2014/main" id="{C9C3A1EB-F7FB-EF4E-800B-E1F20A4902E3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083715" y="3812980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8" name="Marcador de número de diapositiva 1">
            <a:extLst>
              <a:ext uri="{FF2B5EF4-FFF2-40B4-BE49-F238E27FC236}">
                <a16:creationId xmlns:a16="http://schemas.microsoft.com/office/drawing/2014/main" id="{87078D05-FB0E-F347-8ED9-472A2C0AF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294844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">
            <a:extLst>
              <a:ext uri="{FF2B5EF4-FFF2-40B4-BE49-F238E27FC236}">
                <a16:creationId xmlns:a16="http://schemas.microsoft.com/office/drawing/2014/main" id="{50230265-209F-A641-9C6B-7A3B732455D2}"/>
              </a:ext>
            </a:extLst>
          </p:cNvPr>
          <p:cNvGrpSpPr/>
          <p:nvPr userDrawn="1"/>
        </p:nvGrpSpPr>
        <p:grpSpPr>
          <a:xfrm>
            <a:off x="2421500" y="1565880"/>
            <a:ext cx="4260976" cy="4282465"/>
            <a:chOff x="319937" y="0"/>
            <a:chExt cx="8521952" cy="8564927"/>
          </a:xfrm>
        </p:grpSpPr>
        <p:sp>
          <p:nvSpPr>
            <p:cNvPr id="3" name="Многоугольник">
              <a:extLst>
                <a:ext uri="{FF2B5EF4-FFF2-40B4-BE49-F238E27FC236}">
                  <a16:creationId xmlns:a16="http://schemas.microsoft.com/office/drawing/2014/main" id="{699E5514-3894-7641-9CF0-B3B726FC1CAE}"/>
                </a:ext>
              </a:extLst>
            </p:cNvPr>
            <p:cNvSpPr/>
            <p:nvPr/>
          </p:nvSpPr>
          <p:spPr>
            <a:xfrm>
              <a:off x="2521270" y="0"/>
              <a:ext cx="4136219" cy="47760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 algn="l">
                <a:defRPr sz="2000" b="0">
                  <a:solidFill>
                    <a:srgbClr val="252D3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1001">
                <a:solidFill>
                  <a:srgbClr val="012F2D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4" name="Многоугольник">
              <a:extLst>
                <a:ext uri="{FF2B5EF4-FFF2-40B4-BE49-F238E27FC236}">
                  <a16:creationId xmlns:a16="http://schemas.microsoft.com/office/drawing/2014/main" id="{0F42065B-B8EA-8B40-874F-3EDE9EEDA0B0}"/>
                </a:ext>
              </a:extLst>
            </p:cNvPr>
            <p:cNvSpPr/>
            <p:nvPr/>
          </p:nvSpPr>
          <p:spPr>
            <a:xfrm>
              <a:off x="319937" y="3788833"/>
              <a:ext cx="4136219" cy="4776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 algn="l">
                <a:defRPr sz="2000" b="0">
                  <a:solidFill>
                    <a:srgbClr val="252D3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1001">
                <a:solidFill>
                  <a:srgbClr val="012F2D"/>
                </a:solidFill>
                <a:latin typeface="Corbel" panose="020B0503020204020204" pitchFamily="34" charset="0"/>
              </a:endParaRPr>
            </a:p>
          </p:txBody>
        </p:sp>
        <p:sp>
          <p:nvSpPr>
            <p:cNvPr id="5" name="Многоугольник">
              <a:extLst>
                <a:ext uri="{FF2B5EF4-FFF2-40B4-BE49-F238E27FC236}">
                  <a16:creationId xmlns:a16="http://schemas.microsoft.com/office/drawing/2014/main" id="{D67B7EB8-D63E-3645-9471-B2B5F0C0BAA8}"/>
                </a:ext>
              </a:extLst>
            </p:cNvPr>
            <p:cNvSpPr/>
            <p:nvPr/>
          </p:nvSpPr>
          <p:spPr>
            <a:xfrm>
              <a:off x="4705670" y="3788833"/>
              <a:ext cx="4136219" cy="4776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</a:ln>
            <a:effectLst/>
          </p:spPr>
          <p:txBody>
            <a:bodyPr wrap="square" lIns="19051" tIns="19051" rIns="19051" bIns="19051" numCol="1" anchor="ctr">
              <a:noAutofit/>
            </a:bodyPr>
            <a:lstStyle/>
            <a:p>
              <a:pPr algn="l">
                <a:defRPr sz="2000" b="0">
                  <a:solidFill>
                    <a:srgbClr val="252D3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1001">
                <a:solidFill>
                  <a:srgbClr val="012F2D"/>
                </a:solidFill>
                <a:latin typeface="Corbel" panose="020B0503020204020204" pitchFamily="34" charset="0"/>
              </a:endParaRPr>
            </a:p>
          </p:txBody>
        </p:sp>
      </p:grpSp>
      <p:sp>
        <p:nvSpPr>
          <p:cNvPr id="28" name="Título 1">
            <a:extLst>
              <a:ext uri="{FF2B5EF4-FFF2-40B4-BE49-F238E27FC236}">
                <a16:creationId xmlns:a16="http://schemas.microsoft.com/office/drawing/2014/main" id="{D2AE76B9-28D6-8348-B211-6DCA80B99D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9" name="Subtítulo 2">
            <a:extLst>
              <a:ext uri="{FF2B5EF4-FFF2-40B4-BE49-F238E27FC236}">
                <a16:creationId xmlns:a16="http://schemas.microsoft.com/office/drawing/2014/main" id="{2BF3A86B-C92C-F244-A67B-A0EB0AD57D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765A5464-BB84-294D-9038-49EBFC13AEE3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Marcador de contenido 2">
            <a:extLst>
              <a:ext uri="{FF2B5EF4-FFF2-40B4-BE49-F238E27FC236}">
                <a16:creationId xmlns:a16="http://schemas.microsoft.com/office/drawing/2014/main" id="{1CD23132-270F-5440-8579-A55DFFBF368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339741" y="2406533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904786CB-8A7E-5B4B-92D8-71F2770A91C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7339739" y="2036658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38" name="Marcador de contenido 2">
            <a:extLst>
              <a:ext uri="{FF2B5EF4-FFF2-40B4-BE49-F238E27FC236}">
                <a16:creationId xmlns:a16="http://schemas.microsoft.com/office/drawing/2014/main" id="{91189CEC-D218-0E4B-9ADC-57AB607E950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7339741" y="3553407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CD694AE0-E335-C741-A5F1-33874480878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339739" y="3183532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02.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40" name="Marcador de contenido 2">
            <a:extLst>
              <a:ext uri="{FF2B5EF4-FFF2-40B4-BE49-F238E27FC236}">
                <a16:creationId xmlns:a16="http://schemas.microsoft.com/office/drawing/2014/main" id="{0B00CC38-B3A2-D24D-8305-080C7E913A0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339741" y="4715780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865B7919-4B31-C845-BF83-70B45ADDBD2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339739" y="4345905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03.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43" name="Marcador de contenido 2">
            <a:extLst>
              <a:ext uri="{FF2B5EF4-FFF2-40B4-BE49-F238E27FC236}">
                <a16:creationId xmlns:a16="http://schemas.microsoft.com/office/drawing/2014/main" id="{3B165AE6-603E-B449-8DB4-5A85BAFCC53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638620" y="2183791"/>
            <a:ext cx="1832286" cy="11560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B10D59D0-899F-B54F-9C7E-801872697F1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2530489" y="4135244"/>
            <a:ext cx="1830297" cy="1156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EF87C587-37AD-5E45-AA91-0067CD660620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731249" y="4135244"/>
            <a:ext cx="1832286" cy="1156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9" name="Marcador de número de diapositiva 1">
            <a:extLst>
              <a:ext uri="{FF2B5EF4-FFF2-40B4-BE49-F238E27FC236}">
                <a16:creationId xmlns:a16="http://schemas.microsoft.com/office/drawing/2014/main" id="{FA1E955E-1144-104C-9765-8A077284C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985581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901" y="2215592"/>
            <a:ext cx="9491982" cy="1368296"/>
            <a:chOff x="0" y="466361"/>
            <a:chExt cx="18983965" cy="2736590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798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3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801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1">
                  <a:latin typeface="Corbel" panose="020B0503020204020204" pitchFamily="34" charset="0"/>
                </a:rPr>
                <a:t>3</a:t>
              </a:r>
              <a:r>
                <a:rPr sz="5001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9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9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9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9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7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7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70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70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447041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ítulo 1">
            <a:extLst>
              <a:ext uri="{FF2B5EF4-FFF2-40B4-BE49-F238E27FC236}">
                <a16:creationId xmlns:a16="http://schemas.microsoft.com/office/drawing/2014/main" id="{987E7CEC-937A-7447-91BD-C7AAA598EE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93" name="Subtítulo 2">
            <a:extLst>
              <a:ext uri="{FF2B5EF4-FFF2-40B4-BE49-F238E27FC236}">
                <a16:creationId xmlns:a16="http://schemas.microsoft.com/office/drawing/2014/main" id="{FB6E5B5F-1830-EE46-AE72-E012536308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367E9DD4-37FE-F04D-8380-D0A2697A0AF5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9F14CB34-2DE3-ED49-8E2D-BE4A679AA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2024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4316CBC2-E62D-2341-9F5B-03B9556E80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9" name="Subtítulo 2">
            <a:extLst>
              <a:ext uri="{FF2B5EF4-FFF2-40B4-BE49-F238E27FC236}">
                <a16:creationId xmlns:a16="http://schemas.microsoft.com/office/drawing/2014/main" id="{3D6C3E5F-FCFB-1045-AA92-8662BF75D7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83DC757-7839-F745-A6F2-EB536E3E11C5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C95C2106-7E0D-D246-B26A-625AE361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545403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5FC19FC-A8CF-454B-8EEB-6D93081FF2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4064004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CB72AF5D-96F4-4F62-8176-5A030E0F15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64002" y="0"/>
            <a:ext cx="4064004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7A3CA4B-FB51-4704-931E-06E64B296E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8002" y="0"/>
            <a:ext cx="4064004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8457BB0D-243F-7148-9507-6DE5E8D7E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952540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DA261E21-2AB9-414D-A17A-2B416A86AB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8125" y="839338"/>
            <a:ext cx="7453876" cy="5343099"/>
          </a:xfrm>
          <a:prstGeom prst="rect">
            <a:avLst/>
          </a:prstGeom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8E78ED1-7539-464E-86E5-B87D155A82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50284" y="1295401"/>
            <a:ext cx="6370320" cy="399288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2A5E28C5-471B-AF4B-9826-4FAD47C1BE1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4" y="1825625"/>
            <a:ext cx="463270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85F47FEC-403C-7948-BC7C-22AE13618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4" y="150759"/>
            <a:ext cx="5937164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F1333D04-26F0-3644-867B-4F8E1A22509E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51" y="802952"/>
            <a:ext cx="5937164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4B80512-4C66-BB43-9D4F-7D028396673D}"/>
              </a:ext>
            </a:extLst>
          </p:cNvPr>
          <p:cNvCxnSpPr>
            <a:cxnSpLocks/>
          </p:cNvCxnSpPr>
          <p:nvPr userDrawn="1"/>
        </p:nvCxnSpPr>
        <p:spPr>
          <a:xfrm>
            <a:off x="918533" y="745438"/>
            <a:ext cx="744107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8D20FCB8-8C5F-0747-807A-4BCC3BBB4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470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5F08F-DF0D-A343-B8B0-5C0C1C58B6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5CAC4-060E-564A-BDED-168603FFF5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D3CF857-1D61-794D-9FCF-9B47714F2C05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37BB26F5-F5EC-D64B-BE90-077F84A9B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80591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901" y="2215592"/>
            <a:ext cx="9491982" cy="1368296"/>
            <a:chOff x="0" y="466361"/>
            <a:chExt cx="18983965" cy="2736590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798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3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801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1">
                  <a:latin typeface="Corbel" panose="020B0503020204020204" pitchFamily="34" charset="0"/>
                </a:rPr>
                <a:t>3</a:t>
              </a:r>
              <a:r>
                <a:rPr sz="5001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9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9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9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9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7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7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70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70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935311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 bwMode="gray">
          <a:xfrm>
            <a:off x="540074" y="432000"/>
            <a:ext cx="11111045" cy="108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4" y="972000"/>
            <a:ext cx="11111045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Enter your subtitle here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 bwMode="gray">
          <a:xfrm>
            <a:off x="540074" y="1512000"/>
            <a:ext cx="11111045" cy="429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606AAF80-12B8-4EDB-95D5-41BA93DEED74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02CEFE82-39F2-4F47-8A0C-D5AB3496FA5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0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bg>
      <p:bgPr>
        <a:gradFill flip="none" rotWithShape="1">
          <a:gsLst>
            <a:gs pos="17000">
              <a:schemeClr val="bg1"/>
            </a:gs>
            <a:gs pos="38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1BDD11F-A258-294A-AF25-103C59B220EB}"/>
              </a:ext>
            </a:extLst>
          </p:cNvPr>
          <p:cNvSpPr/>
          <p:nvPr userDrawn="1"/>
        </p:nvSpPr>
        <p:spPr>
          <a:xfrm>
            <a:off x="0" y="6199322"/>
            <a:ext cx="12192000" cy="658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1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BB2AB0DF-6921-7941-82E6-E29B2DDD9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ACD8F3-6E7C-5D6E-B607-D7C2B1DB92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879" b="31595"/>
          <a:stretch/>
        </p:blipFill>
        <p:spPr>
          <a:xfrm>
            <a:off x="63022" y="6501375"/>
            <a:ext cx="1085157" cy="3124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B4F9C8-56DA-2CE7-5A71-B74312546A28}"/>
              </a:ext>
            </a:extLst>
          </p:cNvPr>
          <p:cNvSpPr txBox="1"/>
          <p:nvPr userDrawn="1"/>
        </p:nvSpPr>
        <p:spPr>
          <a:xfrm>
            <a:off x="11012421" y="6583876"/>
            <a:ext cx="617401" cy="23782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900" spc="3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PAGE</a:t>
            </a:r>
            <a:r>
              <a:rPr lang="en-US" sz="900" spc="300">
                <a:solidFill>
                  <a:srgbClr val="00D975"/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\\</a:t>
            </a:r>
            <a:endParaRPr lang="id-ID" sz="900" spc="300">
              <a:solidFill>
                <a:srgbClr val="00D975"/>
              </a:solidFill>
              <a:latin typeface="Corbel" panose="020B0503020204020204" pitchFamily="34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222442-C779-B249-415F-5263F039AE78}"/>
              </a:ext>
            </a:extLst>
          </p:cNvPr>
          <p:cNvSpPr/>
          <p:nvPr userDrawn="1"/>
        </p:nvSpPr>
        <p:spPr>
          <a:xfrm>
            <a:off x="8603436" y="6612368"/>
            <a:ext cx="217719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Exclusive property of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be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ys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 \  Reproduction prohibited</a:t>
            </a:r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AA42851A-FA29-0AD5-E9B3-40622353F268}"/>
              </a:ext>
            </a:extLst>
          </p:cNvPr>
          <p:cNvSpPr txBox="1">
            <a:spLocks/>
          </p:cNvSpPr>
          <p:nvPr userDrawn="1"/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1" rIns="91440" bIns="45721" rtlCol="0" anchor="ctr"/>
          <a:lstStyle>
            <a:defPPr>
              <a:defRPr lang="fr-FR"/>
            </a:defPPr>
            <a:lvl1pPr marL="0" algn="l" defTabSz="914400" rtl="0" eaLnBrk="1" latinLnBrk="0" hangingPunct="1">
              <a:defRPr sz="11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CD0EF6-BFA4-8C48-BAE1-CD11BBA0BA04}" type="slidenum">
              <a:rPr lang="es-ES" sz="1100" smtClean="0"/>
              <a:pPr/>
              <a:t>‹N°›</a:t>
            </a:fld>
            <a:endParaRPr lang="es-ES" sz="110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A7DC74A-F4AA-D58B-6492-F114D2344125}"/>
              </a:ext>
            </a:extLst>
          </p:cNvPr>
          <p:cNvSpPr txBox="1">
            <a:spLocks/>
          </p:cNvSpPr>
          <p:nvPr userDrawn="1"/>
        </p:nvSpPr>
        <p:spPr>
          <a:xfrm>
            <a:off x="5100641" y="6583332"/>
            <a:ext cx="1990725" cy="244502"/>
          </a:xfrm>
          <a:prstGeom prst="rect">
            <a:avLst/>
          </a:prstGeom>
        </p:spPr>
        <p:txBody>
          <a:bodyPr anchor="ctr"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60772" rtl="0" eaLnBrk="1" fontAlgn="auto" latinLnBrk="0" hangingPunct="1">
              <a:lnSpc>
                <a:spcPct val="100000"/>
              </a:lnSpc>
              <a:spcBef>
                <a:spcPts val="159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001" b="0" i="0" u="none" strike="noStrike" kern="1200" cap="none" spc="300" normalizeH="0" baseline="0" noProof="0">
                <a:ln>
                  <a:noFill/>
                </a:ln>
                <a:solidFill>
                  <a:srgbClr val="012F2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CONFIDENTIEL</a:t>
            </a:r>
            <a:endParaRPr kumimoji="0" lang="en-US" sz="1001" b="0" i="0" u="none" strike="noStrike" kern="1200" cap="none" spc="300" normalizeH="0" baseline="0" noProof="0">
              <a:ln>
                <a:noFill/>
              </a:ln>
              <a:solidFill>
                <a:srgbClr val="012F2D"/>
              </a:solidFill>
              <a:effectLst>
                <a:outerShdw blurRad="1270000" dist="469900" dir="5400000" sx="84000" sy="84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Conector recto 35">
            <a:extLst>
              <a:ext uri="{FF2B5EF4-FFF2-40B4-BE49-F238E27FC236}">
                <a16:creationId xmlns:a16="http://schemas.microsoft.com/office/drawing/2014/main" id="{582EC541-D477-15F5-915A-10B7A2F8894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46369"/>
            <a:ext cx="12192000" cy="0"/>
          </a:xfrm>
          <a:prstGeom prst="line">
            <a:avLst/>
          </a:prstGeom>
          <a:ln>
            <a:solidFill>
              <a:srgbClr val="D1C6A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75928DD5-37D1-5E96-CBFB-8DF4C10F53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51701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31F47FD-04F2-2C79-B5F6-569754803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3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A2C745F0-CA3F-5FFD-BAC0-CFB919490479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845950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pic>
        <p:nvPicPr>
          <p:cNvPr id="9" name="Image 2" descr="image001.png">
            <a:extLst>
              <a:ext uri="{FF2B5EF4-FFF2-40B4-BE49-F238E27FC236}">
                <a16:creationId xmlns:a16="http://schemas.microsoft.com/office/drawing/2014/main" id="{731C82FB-C270-D1CB-C42A-0F668D6D24B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02" b="37006"/>
          <a:stretch/>
        </p:blipFill>
        <p:spPr bwMode="auto">
          <a:xfrm>
            <a:off x="1147387" y="6599798"/>
            <a:ext cx="756825" cy="244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150972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5F08F-DF0D-A343-B8B0-5C0C1C58B6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3904" y="150759"/>
            <a:ext cx="11161877" cy="65219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2800" b="1" kern="1200" dirty="0">
                <a:solidFill>
                  <a:schemeClr val="tx1"/>
                </a:solidFill>
                <a:latin typeface="Graphik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5CAC4-060E-564A-BDED-168603FFF5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D3CF857-1D61-794D-9FCF-9B47714F2C05}"/>
              </a:ext>
            </a:extLst>
          </p:cNvPr>
          <p:cNvCxnSpPr/>
          <p:nvPr userDrawn="1"/>
        </p:nvCxnSpPr>
        <p:spPr>
          <a:xfrm>
            <a:off x="163907" y="745438"/>
            <a:ext cx="1529001" cy="0"/>
          </a:xfrm>
          <a:prstGeom prst="line">
            <a:avLst/>
          </a:prstGeom>
          <a:ln>
            <a:solidFill>
              <a:srgbClr val="D0C6A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37BB26F5-F5EC-D64B-BE90-077F84A9B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11AE13-8D63-B92D-EA8B-7EB4A3525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60445" y="184466"/>
            <a:ext cx="650708" cy="584776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75C5388-A83B-AB0C-2C1F-785283070062}"/>
              </a:ext>
            </a:extLst>
          </p:cNvPr>
          <p:cNvSpPr txBox="1">
            <a:spLocks/>
          </p:cNvSpPr>
          <p:nvPr userDrawn="1"/>
        </p:nvSpPr>
        <p:spPr>
          <a:xfrm>
            <a:off x="5100641" y="6583332"/>
            <a:ext cx="1990725" cy="244502"/>
          </a:xfrm>
          <a:prstGeom prst="rect">
            <a:avLst/>
          </a:prstGeom>
        </p:spPr>
        <p:txBody>
          <a:bodyPr anchor="ctr"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60772" rtl="0" eaLnBrk="1" fontAlgn="auto" latinLnBrk="0" hangingPunct="1">
              <a:lnSpc>
                <a:spcPct val="100000"/>
              </a:lnSpc>
              <a:spcBef>
                <a:spcPts val="159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001" b="0" i="0" u="none" strike="noStrike" kern="1200" cap="none" spc="300" normalizeH="0" baseline="0" noProof="0">
                <a:ln>
                  <a:noFill/>
                </a:ln>
                <a:solidFill>
                  <a:srgbClr val="012F2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CONFIDENTIEL</a:t>
            </a:r>
            <a:endParaRPr kumimoji="0" lang="en-US" sz="1001" b="0" i="0" u="none" strike="noStrike" kern="1200" cap="none" spc="300" normalizeH="0" baseline="0" noProof="0">
              <a:ln>
                <a:noFill/>
              </a:ln>
              <a:solidFill>
                <a:srgbClr val="012F2D"/>
              </a:solidFill>
              <a:effectLst>
                <a:outerShdw blurRad="1270000" dist="469900" dir="5400000" sx="84000" sy="84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15708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901" y="2215592"/>
            <a:ext cx="9491982" cy="1368296"/>
            <a:chOff x="0" y="466361"/>
            <a:chExt cx="18983965" cy="2736590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798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3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801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1">
                  <a:latin typeface="Corbel" panose="020B0503020204020204" pitchFamily="34" charset="0"/>
                </a:rPr>
                <a:t>3</a:t>
              </a:r>
              <a:r>
                <a:rPr sz="5001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9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9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9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9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7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7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70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70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144889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901" y="2215592"/>
            <a:ext cx="9491982" cy="1368296"/>
            <a:chOff x="0" y="466361"/>
            <a:chExt cx="18983965" cy="2736590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798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3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801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1">
                  <a:latin typeface="Corbel" panose="020B0503020204020204" pitchFamily="34" charset="0"/>
                </a:rPr>
                <a:t>3</a:t>
              </a:r>
              <a:r>
                <a:rPr sz="5001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9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9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9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9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7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7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70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70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74127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">
            <a:extLst>
              <a:ext uri="{FF2B5EF4-FFF2-40B4-BE49-F238E27FC236}">
                <a16:creationId xmlns:a16="http://schemas.microsoft.com/office/drawing/2014/main" id="{AE7DCA92-C0F4-D742-85DE-A0F03CD56F75}"/>
              </a:ext>
            </a:extLst>
          </p:cNvPr>
          <p:cNvGrpSpPr/>
          <p:nvPr userDrawn="1"/>
        </p:nvGrpSpPr>
        <p:grpSpPr>
          <a:xfrm>
            <a:off x="1087901" y="2215592"/>
            <a:ext cx="9491982" cy="1368296"/>
            <a:chOff x="0" y="466361"/>
            <a:chExt cx="18983965" cy="2736590"/>
          </a:xfrm>
        </p:grpSpPr>
        <p:sp>
          <p:nvSpPr>
            <p:cNvPr id="97" name="Линия">
              <a:extLst>
                <a:ext uri="{FF2B5EF4-FFF2-40B4-BE49-F238E27FC236}">
                  <a16:creationId xmlns:a16="http://schemas.microsoft.com/office/drawing/2014/main" id="{829B9E5F-EB2B-B743-A806-281D07CF2383}"/>
                </a:ext>
              </a:extLst>
            </p:cNvPr>
            <p:cNvSpPr/>
            <p:nvPr/>
          </p:nvSpPr>
          <p:spPr>
            <a:xfrm>
              <a:off x="79866" y="3079250"/>
              <a:ext cx="17356707" cy="0"/>
            </a:xfrm>
            <a:prstGeom prst="line">
              <a:avLst/>
            </a:prstGeom>
            <a:noFill/>
            <a:ln w="19050" cap="flat">
              <a:solidFill>
                <a:srgbClr val="00D97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99" name="Кружок">
              <a:extLst>
                <a:ext uri="{FF2B5EF4-FFF2-40B4-BE49-F238E27FC236}">
                  <a16:creationId xmlns:a16="http://schemas.microsoft.com/office/drawing/2014/main" id="{C2524DA4-7C84-3543-9232-073D1D9CFA85}"/>
                </a:ext>
              </a:extLst>
            </p:cNvPr>
            <p:cNvSpPr/>
            <p:nvPr/>
          </p:nvSpPr>
          <p:spPr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0" name="Кружок">
              <a:extLst>
                <a:ext uri="{FF2B5EF4-FFF2-40B4-BE49-F238E27FC236}">
                  <a16:creationId xmlns:a16="http://schemas.microsoft.com/office/drawing/2014/main" id="{A5D683FC-B755-6742-BCA1-61280B73E484}"/>
                </a:ext>
              </a:extLst>
            </p:cNvPr>
            <p:cNvSpPr/>
            <p:nvPr/>
          </p:nvSpPr>
          <p:spPr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1" name="Кружок">
              <a:extLst>
                <a:ext uri="{FF2B5EF4-FFF2-40B4-BE49-F238E27FC236}">
                  <a16:creationId xmlns:a16="http://schemas.microsoft.com/office/drawing/2014/main" id="{6ECD223B-8F2C-6045-AFF7-CE173A7B3D33}"/>
                </a:ext>
              </a:extLst>
            </p:cNvPr>
            <p:cNvSpPr/>
            <p:nvPr/>
          </p:nvSpPr>
          <p:spPr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2" name="Кружок">
              <a:extLst>
                <a:ext uri="{FF2B5EF4-FFF2-40B4-BE49-F238E27FC236}">
                  <a16:creationId xmlns:a16="http://schemas.microsoft.com/office/drawing/2014/main" id="{830347AD-309E-0945-B08F-0B7211CF04AF}"/>
                </a:ext>
              </a:extLst>
            </p:cNvPr>
            <p:cNvSpPr/>
            <p:nvPr/>
          </p:nvSpPr>
          <p:spPr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3" name="Кружок">
              <a:extLst>
                <a:ext uri="{FF2B5EF4-FFF2-40B4-BE49-F238E27FC236}">
                  <a16:creationId xmlns:a16="http://schemas.microsoft.com/office/drawing/2014/main" id="{EE17920C-4A9B-2249-BBC9-D83E2C73A31D}"/>
                </a:ext>
              </a:extLst>
            </p:cNvPr>
            <p:cNvSpPr/>
            <p:nvPr/>
          </p:nvSpPr>
          <p:spPr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>
                <a:latin typeface="Corbel" panose="020B0503020204020204" pitchFamily="34" charset="0"/>
              </a:endParaRPr>
            </a:p>
          </p:txBody>
        </p:sp>
        <p:sp>
          <p:nvSpPr>
            <p:cNvPr id="108" name="1.">
              <a:extLst>
                <a:ext uri="{FF2B5EF4-FFF2-40B4-BE49-F238E27FC236}">
                  <a16:creationId xmlns:a16="http://schemas.microsoft.com/office/drawing/2014/main" id="{D59A7B58-0662-C84F-8BF7-F7B76A5AE675}"/>
                </a:ext>
              </a:extLst>
            </p:cNvPr>
            <p:cNvSpPr txBox="1"/>
            <p:nvPr/>
          </p:nvSpPr>
          <p:spPr>
            <a:xfrm>
              <a:off x="0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111" name="2.">
              <a:extLst>
                <a:ext uri="{FF2B5EF4-FFF2-40B4-BE49-F238E27FC236}">
                  <a16:creationId xmlns:a16="http://schemas.microsoft.com/office/drawing/2014/main" id="{C1669FCA-B1CE-0740-8C65-E703B67F0697}"/>
                </a:ext>
              </a:extLst>
            </p:cNvPr>
            <p:cNvSpPr txBox="1"/>
            <p:nvPr/>
          </p:nvSpPr>
          <p:spPr>
            <a:xfrm>
              <a:off x="4241798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113" name="4.">
              <a:extLst>
                <a:ext uri="{FF2B5EF4-FFF2-40B4-BE49-F238E27FC236}">
                  <a16:creationId xmlns:a16="http://schemas.microsoft.com/office/drawing/2014/main" id="{4A7B5461-8F52-414D-ABCA-ADC33F11291D}"/>
                </a:ext>
              </a:extLst>
            </p:cNvPr>
            <p:cNvSpPr txBox="1"/>
            <p:nvPr/>
          </p:nvSpPr>
          <p:spPr>
            <a:xfrm>
              <a:off x="12763503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114" name="5.">
              <a:extLst>
                <a:ext uri="{FF2B5EF4-FFF2-40B4-BE49-F238E27FC236}">
                  <a16:creationId xmlns:a16="http://schemas.microsoft.com/office/drawing/2014/main" id="{16386325-5E7C-9140-A5B6-91403DFE510B}"/>
                </a:ext>
              </a:extLst>
            </p:cNvPr>
            <p:cNvSpPr txBox="1"/>
            <p:nvPr/>
          </p:nvSpPr>
          <p:spPr>
            <a:xfrm>
              <a:off x="17068801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sz="5001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142" name="2.">
              <a:extLst>
                <a:ext uri="{FF2B5EF4-FFF2-40B4-BE49-F238E27FC236}">
                  <a16:creationId xmlns:a16="http://schemas.microsoft.com/office/drawing/2014/main" id="{83F69CF7-C1EC-CB4C-88CE-6D899430C08A}"/>
                </a:ext>
              </a:extLst>
            </p:cNvPr>
            <p:cNvSpPr txBox="1"/>
            <p:nvPr userDrawn="1"/>
          </p:nvSpPr>
          <p:spPr>
            <a:xfrm>
              <a:off x="8519332" y="466361"/>
              <a:ext cx="1915164" cy="16417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r>
                <a:rPr lang="es-ES" sz="5001">
                  <a:latin typeface="Corbel" panose="020B0503020204020204" pitchFamily="34" charset="0"/>
                </a:rPr>
                <a:t>3</a:t>
              </a:r>
              <a:r>
                <a:rPr sz="5001">
                  <a:latin typeface="Corbel" panose="020B0503020204020204" pitchFamily="34" charset="0"/>
                </a:rPr>
                <a:t>.</a:t>
              </a:r>
            </a:p>
          </p:txBody>
        </p:sp>
      </p:grpSp>
      <p:sp>
        <p:nvSpPr>
          <p:cNvPr id="125" name="Título 1">
            <a:extLst>
              <a:ext uri="{FF2B5EF4-FFF2-40B4-BE49-F238E27FC236}">
                <a16:creationId xmlns:a16="http://schemas.microsoft.com/office/drawing/2014/main" id="{DC24504E-C3DE-4547-BC6C-BB0F00671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26" name="Subtítulo 2">
            <a:extLst>
              <a:ext uri="{FF2B5EF4-FFF2-40B4-BE49-F238E27FC236}">
                <a16:creationId xmlns:a16="http://schemas.microsoft.com/office/drawing/2014/main" id="{C2863DB9-2BCD-D541-8F66-B02C4985EE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SECTION</a:t>
            </a:r>
          </a:p>
        </p:txBody>
      </p: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AC82B26-C44B-584C-8470-EA0C48FEE1E9}"/>
              </a:ext>
            </a:extLst>
          </p:cNvPr>
          <p:cNvCxnSpPr/>
          <p:nvPr userDrawn="1"/>
        </p:nvCxnSpPr>
        <p:spPr>
          <a:xfrm>
            <a:off x="5330266" y="745438"/>
            <a:ext cx="15290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Marcador de contenido 2">
            <a:extLst>
              <a:ext uri="{FF2B5EF4-FFF2-40B4-BE49-F238E27FC236}">
                <a16:creationId xmlns:a16="http://schemas.microsoft.com/office/drawing/2014/main" id="{CF773B9F-C520-8E40-9110-131A6DFD506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0879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1" name="Marcador de contenido 2">
            <a:extLst>
              <a:ext uri="{FF2B5EF4-FFF2-40B4-BE49-F238E27FC236}">
                <a16:creationId xmlns:a16="http://schemas.microsoft.com/office/drawing/2014/main" id="{2AF411AE-90F7-994C-B7D0-67D5A2C0CF0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10879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2" name="Marcador de contenido 2">
            <a:extLst>
              <a:ext uri="{FF2B5EF4-FFF2-40B4-BE49-F238E27FC236}">
                <a16:creationId xmlns:a16="http://schemas.microsoft.com/office/drawing/2014/main" id="{67D02D93-C06C-AF40-BA5D-B1EE410152C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24216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3" name="Marcador de contenido 2">
            <a:extLst>
              <a:ext uri="{FF2B5EF4-FFF2-40B4-BE49-F238E27FC236}">
                <a16:creationId xmlns:a16="http://schemas.microsoft.com/office/drawing/2014/main" id="{356C8AAC-760D-BC49-8564-3E7BC54A367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24216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4" name="Marcador de contenido 2">
            <a:extLst>
              <a:ext uri="{FF2B5EF4-FFF2-40B4-BE49-F238E27FC236}">
                <a16:creationId xmlns:a16="http://schemas.microsoft.com/office/drawing/2014/main" id="{7755EB16-589A-5A40-86C0-21343BEFFDF2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04179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5" name="Marcador de contenido 2">
            <a:extLst>
              <a:ext uri="{FF2B5EF4-FFF2-40B4-BE49-F238E27FC236}">
                <a16:creationId xmlns:a16="http://schemas.microsoft.com/office/drawing/2014/main" id="{E705F51E-036E-1243-BBFD-1C4D2C7AAD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404179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38" name="Marcador de contenido 2">
            <a:extLst>
              <a:ext uri="{FF2B5EF4-FFF2-40B4-BE49-F238E27FC236}">
                <a16:creationId xmlns:a16="http://schemas.microsoft.com/office/drawing/2014/main" id="{B9C3478C-DE2E-2E4A-8DFD-916ED417756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5197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39" name="Marcador de contenido 2">
            <a:extLst>
              <a:ext uri="{FF2B5EF4-FFF2-40B4-BE49-F238E27FC236}">
                <a16:creationId xmlns:a16="http://schemas.microsoft.com/office/drawing/2014/main" id="{1AE57C6A-78A0-F049-B0EE-2DC20DBBEA8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5197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140" name="Marcador de contenido 2">
            <a:extLst>
              <a:ext uri="{FF2B5EF4-FFF2-40B4-BE49-F238E27FC236}">
                <a16:creationId xmlns:a16="http://schemas.microsoft.com/office/drawing/2014/main" id="{C2C9FD91-1439-F444-BB96-CFB4D38AD2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627470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es-ES"/>
              <a:t>Simple </a:t>
            </a:r>
            <a:r>
              <a:rPr lang="es-ES" err="1"/>
              <a:t>text</a:t>
            </a:r>
            <a:endParaRPr lang="es-ES"/>
          </a:p>
        </p:txBody>
      </p:sp>
      <p:sp>
        <p:nvSpPr>
          <p:cNvPr id="141" name="Marcador de contenido 2">
            <a:extLst>
              <a:ext uri="{FF2B5EF4-FFF2-40B4-BE49-F238E27FC236}">
                <a16:creationId xmlns:a16="http://schemas.microsoft.com/office/drawing/2014/main" id="{6FADEC96-4FA0-5343-B193-AB11E3A2E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627470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es-ES"/>
              <a:t>01.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information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3B797594-9758-B940-98E6-C3E3BDFF2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043463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LEFT">
    <p:bg bwMode="gray"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"/>
          <p:cNvSpPr>
            <a:spLocks noGrp="1" noChangeAspect="1"/>
          </p:cNvSpPr>
          <p:nvPr>
            <p:ph type="pic" sz="quarter" idx="14" hasCustomPrompt="1"/>
          </p:nvPr>
        </p:nvSpPr>
        <p:spPr bwMode="gray">
          <a:xfrm>
            <a:off x="4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 bwMode="gray">
          <a:xfrm>
            <a:off x="1055342" y="0"/>
            <a:ext cx="10081312" cy="374400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001"/>
              </a:spcAft>
              <a:defRPr sz="8802">
                <a:solidFill>
                  <a:srgbClr val="FFFFFF"/>
                </a:solidFill>
                <a:latin typeface="Bebas Neue" panose="020B0506020202020201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 bwMode="gray">
          <a:xfrm>
            <a:off x="1055342" y="3744000"/>
            <a:ext cx="10081312" cy="2070000"/>
          </a:xfrm>
        </p:spPr>
        <p:txBody>
          <a:bodyPr/>
          <a:lstStyle>
            <a:lvl1pPr marL="0" indent="0" algn="l">
              <a:buNone/>
              <a:defRPr sz="4400" cap="all" baseline="0">
                <a:solidFill>
                  <a:schemeClr val="bg1">
                    <a:lumMod val="65000"/>
                  </a:schemeClr>
                </a:solidFill>
              </a:defRPr>
            </a:lvl1pPr>
            <a:lvl2pPr marL="457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5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9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5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80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64EB78F-4617-45D6-A451-785E229239C1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fld id="{4E474C25-DC45-4099-8E79-124536935CCF}" type="datetime1">
              <a:rPr lang="en-US" smtClean="0"/>
              <a:t>10/6/2026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F6205BA-01DD-44C2-95A5-2ADFCC0DF10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8FA61C8-F875-4174-9DF7-9106FB19E8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02CEFE82-39F2-4F47-8A0C-D5AB3496FA5C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5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5">
            <a:extLst>
              <a:ext uri="{FF2B5EF4-FFF2-40B4-BE49-F238E27FC236}">
                <a16:creationId xmlns:a16="http://schemas.microsoft.com/office/drawing/2014/main" id="{805B6717-1E80-4035-A6D0-AA37343B7FFA}"/>
              </a:ext>
            </a:extLst>
          </p:cNvPr>
          <p:cNvSpPr/>
          <p:nvPr userDrawn="1"/>
        </p:nvSpPr>
        <p:spPr>
          <a:xfrm>
            <a:off x="0" y="6199188"/>
            <a:ext cx="12192000" cy="658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1801"/>
          </a:p>
        </p:txBody>
      </p:sp>
      <p:sp>
        <p:nvSpPr>
          <p:cNvPr id="3" name="Marcador de número de diapositiva 1">
            <a:extLst>
              <a:ext uri="{FF2B5EF4-FFF2-40B4-BE49-F238E27FC236}">
                <a16:creationId xmlns:a16="http://schemas.microsoft.com/office/drawing/2014/main" id="{B4BB0CE9-A733-4DD6-8406-01EFB02D7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C02A85FE-869B-4B4A-9795-9AC7F03FBDED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638129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7">
            <a:extLst>
              <a:ext uri="{FF2B5EF4-FFF2-40B4-BE49-F238E27FC236}">
                <a16:creationId xmlns:a16="http://schemas.microsoft.com/office/drawing/2014/main" id="{41993B09-248B-43F4-BDF3-435E70B1E2C3}"/>
              </a:ext>
            </a:extLst>
          </p:cNvPr>
          <p:cNvSpPr txBox="1"/>
          <p:nvPr userDrawn="1"/>
        </p:nvSpPr>
        <p:spPr>
          <a:xfrm>
            <a:off x="11012489" y="6583367"/>
            <a:ext cx="617540" cy="238125"/>
          </a:xfrm>
          <a:prstGeom prst="rect">
            <a:avLst/>
          </a:prstGeom>
          <a:noFill/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spc="300">
                <a:solidFill>
                  <a:schemeClr val="bg1">
                    <a:lumMod val="75000"/>
                  </a:schemeClr>
                </a:solidFill>
                <a:ea typeface="Roboto Condensed" panose="02000000000000000000" pitchFamily="2" charset="0"/>
                <a:cs typeface="Segoe UI" panose="020B0502040204020203" pitchFamily="34" charset="0"/>
              </a:rPr>
              <a:t>PAGE</a:t>
            </a:r>
            <a:r>
              <a:rPr lang="en-US" sz="900" spc="300">
                <a:solidFill>
                  <a:srgbClr val="00D975"/>
                </a:solidFill>
                <a:ea typeface="Roboto Condensed" panose="02000000000000000000" pitchFamily="2" charset="0"/>
                <a:cs typeface="Segoe UI" panose="020B0502040204020203" pitchFamily="34" charset="0"/>
              </a:rPr>
              <a:t>\\</a:t>
            </a:r>
            <a:endParaRPr lang="id-ID" sz="900" spc="300">
              <a:solidFill>
                <a:srgbClr val="00D975"/>
              </a:solidFill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089ECF4-6343-484E-83A1-D7FA6843238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03518" y="6611942"/>
            <a:ext cx="217719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r" eaLnBrk="1" hangingPunct="1"/>
            <a:r>
              <a:rPr lang="fr-FR" altLang="fr-FR" sz="700">
                <a:solidFill>
                  <a:srgbClr val="BFBFBF"/>
                </a:solidFill>
              </a:rPr>
              <a:t>Exclusive property of be ys  \  Reproduction prohibited</a:t>
            </a:r>
          </a:p>
        </p:txBody>
      </p:sp>
      <p:pic>
        <p:nvPicPr>
          <p:cNvPr id="5" name="Gráfico 13">
            <a:extLst>
              <a:ext uri="{FF2B5EF4-FFF2-40B4-BE49-F238E27FC236}">
                <a16:creationId xmlns:a16="http://schemas.microsoft.com/office/drawing/2014/main" id="{5FA3A8B4-E2C5-4E25-8D8A-CCCAA5FED1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279396" y="6165854"/>
            <a:ext cx="1141413" cy="855663"/>
          </a:xfrm>
          <a:prstGeom prst="rect">
            <a:avLst/>
          </a:prstGeom>
        </p:spPr>
      </p:pic>
      <p:cxnSp>
        <p:nvCxnSpPr>
          <p:cNvPr id="6" name="Conector recto 14">
            <a:extLst>
              <a:ext uri="{FF2B5EF4-FFF2-40B4-BE49-F238E27FC236}">
                <a16:creationId xmlns:a16="http://schemas.microsoft.com/office/drawing/2014/main" id="{59CAEA55-49BE-4D25-B169-B62FC07B7B05}"/>
              </a:ext>
            </a:extLst>
          </p:cNvPr>
          <p:cNvCxnSpPr>
            <a:cxnSpLocks/>
          </p:cNvCxnSpPr>
          <p:nvPr userDrawn="1"/>
        </p:nvCxnSpPr>
        <p:spPr>
          <a:xfrm>
            <a:off x="596902" y="6561138"/>
            <a:ext cx="115951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7" name="Marcador de número de diapositiva 1">
            <a:extLst>
              <a:ext uri="{FF2B5EF4-FFF2-40B4-BE49-F238E27FC236}">
                <a16:creationId xmlns:a16="http://schemas.microsoft.com/office/drawing/2014/main" id="{7829BBFE-27A0-4903-B824-F6583E4D08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6CE64FC-B6FE-4C51-BEF1-0C930A9086A7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298357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9">
            <a:extLst>
              <a:ext uri="{FF2B5EF4-FFF2-40B4-BE49-F238E27FC236}">
                <a16:creationId xmlns:a16="http://schemas.microsoft.com/office/drawing/2014/main" id="{902D4518-9B0D-4549-AED8-2E0B77FE8B3B}"/>
              </a:ext>
            </a:extLst>
          </p:cNvPr>
          <p:cNvCxnSpPr>
            <a:cxnSpLocks/>
          </p:cNvCxnSpPr>
          <p:nvPr userDrawn="1"/>
        </p:nvCxnSpPr>
        <p:spPr>
          <a:xfrm>
            <a:off x="919165" y="746125"/>
            <a:ext cx="11272837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" name="Group 9">
            <a:extLst>
              <a:ext uri="{FF2B5EF4-FFF2-40B4-BE49-F238E27FC236}">
                <a16:creationId xmlns:a16="http://schemas.microsoft.com/office/drawing/2014/main" id="{634B9890-4BFE-4859-B230-826E344BA7C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962022" y="1090613"/>
            <a:ext cx="6230939" cy="5751512"/>
            <a:chOff x="524169" y="1662558"/>
            <a:chExt cx="4957762" cy="4651375"/>
          </a:xfrm>
        </p:grpSpPr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AC9F524A-10EF-4013-87FE-DE6AB8658D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169" y="1662558"/>
              <a:ext cx="4957762" cy="4651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B1134612-F70B-4EA5-9D14-189B6E392AB5}"/>
                </a:ext>
              </a:extLst>
            </p:cNvPr>
            <p:cNvSpPr/>
            <p:nvPr/>
          </p:nvSpPr>
          <p:spPr>
            <a:xfrm>
              <a:off x="1062260" y="2272385"/>
              <a:ext cx="4020524" cy="22724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1"/>
            </a:p>
          </p:txBody>
        </p:sp>
      </p:grpSp>
      <p:sp>
        <p:nvSpPr>
          <p:cNvPr id="8" name="Título 1"/>
          <p:cNvSpPr>
            <a:spLocks noGrp="1"/>
          </p:cNvSpPr>
          <p:nvPr>
            <p:ph type="ctrTitle"/>
          </p:nvPr>
        </p:nvSpPr>
        <p:spPr>
          <a:xfrm>
            <a:off x="838203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4" name="Marcador de contenido 2"/>
          <p:cNvSpPr>
            <a:spLocks noGrp="1"/>
          </p:cNvSpPr>
          <p:nvPr>
            <p:ph sz="half" idx="1"/>
          </p:nvPr>
        </p:nvSpPr>
        <p:spPr>
          <a:xfrm>
            <a:off x="6034007" y="1417705"/>
            <a:ext cx="5181600" cy="459563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285856" y="1844714"/>
            <a:ext cx="5053316" cy="28100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C4340EB1-1222-46CD-B3F4-C6295E712B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E499CA5C-0E2A-49E5-B64A-78F1EFC61750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538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219201"/>
            <a:ext cx="12192000" cy="44196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3" name="Título 1"/>
          <p:cNvSpPr>
            <a:spLocks noGrp="1"/>
          </p:cNvSpPr>
          <p:nvPr>
            <p:ph type="ctrTitle"/>
          </p:nvPr>
        </p:nvSpPr>
        <p:spPr>
          <a:xfrm>
            <a:off x="838201" y="1863322"/>
            <a:ext cx="7058187" cy="307288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48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E8C2F5C2-21FF-41B4-8879-E2CDF33464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FC850-846E-4D0F-8247-B793EA866E96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351933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6">
            <a:extLst>
              <a:ext uri="{FF2B5EF4-FFF2-40B4-BE49-F238E27FC236}">
                <a16:creationId xmlns:a16="http://schemas.microsoft.com/office/drawing/2014/main" id="{AE692155-AA92-4FD5-A6FA-4A203D1904F9}"/>
              </a:ext>
            </a:extLst>
          </p:cNvPr>
          <p:cNvSpPr/>
          <p:nvPr userDrawn="1"/>
        </p:nvSpPr>
        <p:spPr>
          <a:xfrm>
            <a:off x="534991" y="6392863"/>
            <a:ext cx="11657012" cy="233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1801"/>
          </a:p>
        </p:txBody>
      </p:sp>
      <p:cxnSp>
        <p:nvCxnSpPr>
          <p:cNvPr id="5" name="Conector recto 12">
            <a:extLst>
              <a:ext uri="{FF2B5EF4-FFF2-40B4-BE49-F238E27FC236}">
                <a16:creationId xmlns:a16="http://schemas.microsoft.com/office/drawing/2014/main" id="{D50921A3-0E3C-4BCA-B083-C62607810F2E}"/>
              </a:ext>
            </a:extLst>
          </p:cNvPr>
          <p:cNvCxnSpPr>
            <a:cxnSpLocks/>
          </p:cNvCxnSpPr>
          <p:nvPr userDrawn="1"/>
        </p:nvCxnSpPr>
        <p:spPr>
          <a:xfrm>
            <a:off x="1452565" y="4111625"/>
            <a:ext cx="10747374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ítulo 1"/>
          <p:cNvSpPr>
            <a:spLocks noGrp="1"/>
          </p:cNvSpPr>
          <p:nvPr>
            <p:ph type="ctrTitle"/>
          </p:nvPr>
        </p:nvSpPr>
        <p:spPr>
          <a:xfrm>
            <a:off x="1444063" y="2471047"/>
            <a:ext cx="6615060" cy="151200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2" name="Subtítulo 2"/>
          <p:cNvSpPr>
            <a:spLocks noGrp="1"/>
          </p:cNvSpPr>
          <p:nvPr>
            <p:ph type="subTitle" idx="1"/>
          </p:nvPr>
        </p:nvSpPr>
        <p:spPr>
          <a:xfrm>
            <a:off x="1451810" y="4240670"/>
            <a:ext cx="10747940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7F41A969-C250-48FA-A20B-48A39CE8A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0887C792-2B6F-4AB7-B823-0CD6FE8CAC90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891140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8">
            <a:extLst>
              <a:ext uri="{FF2B5EF4-FFF2-40B4-BE49-F238E27FC236}">
                <a16:creationId xmlns:a16="http://schemas.microsoft.com/office/drawing/2014/main" id="{00A2A4E4-69F1-433C-8B96-BE5BED6C308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79398" y="6165854"/>
            <a:ext cx="12471401" cy="855663"/>
            <a:chOff x="-278969" y="6165435"/>
            <a:chExt cx="12470969" cy="855297"/>
          </a:xfrm>
        </p:grpSpPr>
        <p:sp>
          <p:nvSpPr>
            <p:cNvPr id="4" name="TextBox 17">
              <a:extLst>
                <a:ext uri="{FF2B5EF4-FFF2-40B4-BE49-F238E27FC236}">
                  <a16:creationId xmlns:a16="http://schemas.microsoft.com/office/drawing/2014/main" id="{0F716D97-237E-4504-A697-7FEE871D3890}"/>
                </a:ext>
              </a:extLst>
            </p:cNvPr>
            <p:cNvSpPr txBox="1"/>
            <p:nvPr userDrawn="1"/>
          </p:nvSpPr>
          <p:spPr>
            <a:xfrm>
              <a:off x="11012529" y="6584356"/>
              <a:ext cx="617516" cy="238023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900" spc="300">
                  <a:solidFill>
                    <a:schemeClr val="bg1">
                      <a:lumMod val="75000"/>
                    </a:schemeClr>
                  </a:solidFill>
                  <a:ea typeface="Roboto Condensed" panose="02000000000000000000" pitchFamily="2" charset="0"/>
                  <a:cs typeface="Segoe UI" panose="020B0502040204020203" pitchFamily="34" charset="0"/>
                </a:rPr>
                <a:t>PAGE</a:t>
              </a:r>
              <a:r>
                <a:rPr lang="en-US" sz="900" spc="300">
                  <a:solidFill>
                    <a:srgbClr val="00D975"/>
                  </a:solidFill>
                  <a:ea typeface="Roboto Condensed" panose="02000000000000000000" pitchFamily="2" charset="0"/>
                  <a:cs typeface="Segoe UI" panose="020B0502040204020203" pitchFamily="34" charset="0"/>
                </a:rPr>
                <a:t>\\</a:t>
              </a:r>
              <a:endParaRPr lang="id-ID" sz="900" spc="300">
                <a:solidFill>
                  <a:srgbClr val="00D975"/>
                </a:solidFill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2A78551F-C4C3-4372-8FA8-0B0FE106D81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603509" y="6612364"/>
              <a:ext cx="2177123" cy="199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algn="r" eaLnBrk="1" hangingPunct="1"/>
              <a:r>
                <a:rPr lang="fr-FR" altLang="fr-FR" sz="700">
                  <a:solidFill>
                    <a:srgbClr val="BFBFBF"/>
                  </a:solidFill>
                </a:rPr>
                <a:t>Exclusive property of be ys  \  Reproduction prohibited</a:t>
              </a:r>
            </a:p>
          </p:txBody>
        </p:sp>
        <p:pic>
          <p:nvPicPr>
            <p:cNvPr id="6" name="Gráfico 12">
              <a:extLst>
                <a:ext uri="{FF2B5EF4-FFF2-40B4-BE49-F238E27FC236}">
                  <a16:creationId xmlns:a16="http://schemas.microsoft.com/office/drawing/2014/main" id="{93E7E5FA-4DB3-4F25-A560-DBBB21646C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/>
            <a:stretch>
              <a:fillRect/>
            </a:stretch>
          </p:blipFill>
          <p:spPr>
            <a:xfrm>
              <a:off x="-278969" y="6165435"/>
              <a:ext cx="1139786" cy="855297"/>
            </a:xfrm>
            <a:prstGeom prst="rect">
              <a:avLst/>
            </a:prstGeom>
          </p:spPr>
        </p:pic>
        <p:cxnSp>
          <p:nvCxnSpPr>
            <p:cNvPr id="7" name="Conector recto 13">
              <a:extLst>
                <a:ext uri="{FF2B5EF4-FFF2-40B4-BE49-F238E27FC236}">
                  <a16:creationId xmlns:a16="http://schemas.microsoft.com/office/drawing/2014/main" id="{2FB91564-A5C0-40F1-BABA-67F1545BD6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7301" y="6562140"/>
              <a:ext cx="11594699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3C9C68A4-E812-418B-AA0C-0539900F25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399625F0-CEF2-498B-AECC-990144B3D71A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585348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3E35E00-2843-4281-997D-E9888A43A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F5FF5-9762-4A98-9626-97D3139B0DEC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267733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4489892" y="2101457"/>
            <a:ext cx="3104981" cy="3104982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3104982 h 3104982"/>
              <a:gd name="connsiteX2" fmla="*/ 0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3104982"/>
                </a:lnTo>
                <a:lnTo>
                  <a:pt x="0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4489892" y="1651561"/>
            <a:ext cx="3104981" cy="3104982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0 h 3104982"/>
              <a:gd name="connsiteX2" fmla="*/ 3104982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0"/>
                </a:lnTo>
                <a:lnTo>
                  <a:pt x="3104982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4" name="Marcador de número de diapositiva 1">
            <a:extLst>
              <a:ext uri="{FF2B5EF4-FFF2-40B4-BE49-F238E27FC236}">
                <a16:creationId xmlns:a16="http://schemas.microsoft.com/office/drawing/2014/main" id="{6480C4B2-FB48-4027-AB8F-DA9B2C1CAF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C7CAD0-FF38-4A1F-907C-15959768F407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472385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6B61B3E-7A62-401E-83CC-D8C5CB405DDA}"/>
              </a:ext>
            </a:extLst>
          </p:cNvPr>
          <p:cNvCxnSpPr>
            <a:cxnSpLocks/>
          </p:cNvCxnSpPr>
          <p:nvPr userDrawn="1"/>
        </p:nvCxnSpPr>
        <p:spPr>
          <a:xfrm>
            <a:off x="919167" y="746125"/>
            <a:ext cx="7874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334003" y="0"/>
            <a:ext cx="6858000" cy="6858000"/>
          </a:xfrm>
          <a:custGeom>
            <a:avLst/>
            <a:gdLst>
              <a:gd name="connsiteX0" fmla="*/ 0 w 3104982"/>
              <a:gd name="connsiteY0" fmla="*/ 0 h 3104982"/>
              <a:gd name="connsiteX1" fmla="*/ 3104982 w 3104982"/>
              <a:gd name="connsiteY1" fmla="*/ 0 h 3104982"/>
              <a:gd name="connsiteX2" fmla="*/ 3104982 w 3104982"/>
              <a:gd name="connsiteY2" fmla="*/ 3104982 h 310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982" h="3104982">
                <a:moveTo>
                  <a:pt x="0" y="0"/>
                </a:moveTo>
                <a:lnTo>
                  <a:pt x="3104982" y="0"/>
                </a:lnTo>
                <a:lnTo>
                  <a:pt x="3104982" y="3104982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40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4" name="Marcador de contenido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ítulo 1"/>
          <p:cNvSpPr>
            <a:spLocks noGrp="1"/>
          </p:cNvSpPr>
          <p:nvPr>
            <p:ph type="ctrTitle"/>
          </p:nvPr>
        </p:nvSpPr>
        <p:spPr>
          <a:xfrm>
            <a:off x="838203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6" name="Subtítulo 2"/>
          <p:cNvSpPr>
            <a:spLocks noGrp="1"/>
          </p:cNvSpPr>
          <p:nvPr>
            <p:ph type="subTitle" idx="14"/>
          </p:nvPr>
        </p:nvSpPr>
        <p:spPr>
          <a:xfrm>
            <a:off x="845950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B41F15BF-C19A-43DF-9170-D21515C09CF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E41DCBDD-E316-43F9-A3E8-F804B36D5576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326501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5F6C37E-14F9-40E7-9086-5D1D66049167}"/>
              </a:ext>
            </a:extLst>
          </p:cNvPr>
          <p:cNvCxnSpPr>
            <a:cxnSpLocks/>
          </p:cNvCxnSpPr>
          <p:nvPr userDrawn="1"/>
        </p:nvCxnSpPr>
        <p:spPr>
          <a:xfrm>
            <a:off x="919167" y="746125"/>
            <a:ext cx="7874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051481" y="0"/>
            <a:ext cx="9558219" cy="4779110"/>
          </a:xfrm>
          <a:custGeom>
            <a:avLst/>
            <a:gdLst>
              <a:gd name="connsiteX0" fmla="*/ 0 w 9558219"/>
              <a:gd name="connsiteY0" fmla="*/ 0 h 4779110"/>
              <a:gd name="connsiteX1" fmla="*/ 9558219 w 9558219"/>
              <a:gd name="connsiteY1" fmla="*/ 0 h 4779110"/>
              <a:gd name="connsiteX2" fmla="*/ 4779109 w 9558219"/>
              <a:gd name="connsiteY2" fmla="*/ 4779110 h 477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58219" h="4779110">
                <a:moveTo>
                  <a:pt x="0" y="0"/>
                </a:moveTo>
                <a:lnTo>
                  <a:pt x="9558219" y="0"/>
                </a:lnTo>
                <a:lnTo>
                  <a:pt x="4779109" y="4779110"/>
                </a:lnTo>
                <a:close/>
              </a:path>
            </a:pathLst>
          </a:custGeom>
          <a:solidFill>
            <a:schemeClr val="bg1">
              <a:lumMod val="95000"/>
              <a:alpha val="17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ítulo 1"/>
          <p:cNvSpPr>
            <a:spLocks noGrp="1"/>
          </p:cNvSpPr>
          <p:nvPr>
            <p:ph type="ctrTitle"/>
          </p:nvPr>
        </p:nvSpPr>
        <p:spPr>
          <a:xfrm>
            <a:off x="838203" y="150759"/>
            <a:ext cx="6293237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6" name="Subtítulo 2"/>
          <p:cNvSpPr>
            <a:spLocks noGrp="1"/>
          </p:cNvSpPr>
          <p:nvPr>
            <p:ph type="subTitle" idx="14"/>
          </p:nvPr>
        </p:nvSpPr>
        <p:spPr>
          <a:xfrm>
            <a:off x="845950" y="802952"/>
            <a:ext cx="6293237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FA9CE1F9-5432-4664-B0FA-4E603E97F6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0FA904F5-C7BC-410B-B390-6744F58B9186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229390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903094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4" name="Marcador de número de diapositiva 1">
            <a:extLst>
              <a:ext uri="{FF2B5EF4-FFF2-40B4-BE49-F238E27FC236}">
                <a16:creationId xmlns:a16="http://schemas.microsoft.com/office/drawing/2014/main" id="{AEE8D4A1-AD1D-4438-AE5A-B48E95C1EA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E46DF-D07A-40FE-845A-37E11D93658A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3465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recto 11">
            <a:extLst>
              <a:ext uri="{FF2B5EF4-FFF2-40B4-BE49-F238E27FC236}">
                <a16:creationId xmlns:a16="http://schemas.microsoft.com/office/drawing/2014/main" id="{C096A3A5-0226-4DEA-9DED-91F7D6969A73}"/>
              </a:ext>
            </a:extLst>
          </p:cNvPr>
          <p:cNvCxnSpPr/>
          <p:nvPr userDrawn="1"/>
        </p:nvCxnSpPr>
        <p:spPr>
          <a:xfrm>
            <a:off x="5330829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194891" y="240030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49819" y="240030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3672356" y="413825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627282" y="4138250"/>
            <a:ext cx="2369831" cy="164025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0" name="Título 1"/>
          <p:cNvSpPr>
            <a:spLocks noGrp="1"/>
          </p:cNvSpPr>
          <p:nvPr>
            <p:ph type="ctrTitle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1" name="Subtítulo 2"/>
          <p:cNvSpPr>
            <a:spLocks noGrp="1"/>
          </p:cNvSpPr>
          <p:nvPr>
            <p:ph type="subTitle" idx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13" name="Marcador de contenido 2"/>
          <p:cNvSpPr>
            <a:spLocks noGrp="1"/>
          </p:cNvSpPr>
          <p:nvPr>
            <p:ph sz="half" idx="14"/>
          </p:nvPr>
        </p:nvSpPr>
        <p:spPr>
          <a:xfrm>
            <a:off x="3672357" y="2719754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Marcador de contenido 2"/>
          <p:cNvSpPr>
            <a:spLocks noGrp="1"/>
          </p:cNvSpPr>
          <p:nvPr>
            <p:ph sz="half" idx="15"/>
          </p:nvPr>
        </p:nvSpPr>
        <p:spPr>
          <a:xfrm>
            <a:off x="3672357" y="2400303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Marcador de contenido 2"/>
          <p:cNvSpPr>
            <a:spLocks noGrp="1"/>
          </p:cNvSpPr>
          <p:nvPr>
            <p:ph sz="half" idx="16"/>
          </p:nvPr>
        </p:nvSpPr>
        <p:spPr>
          <a:xfrm>
            <a:off x="8639564" y="2719754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Marcador de contenido 2"/>
          <p:cNvSpPr>
            <a:spLocks noGrp="1"/>
          </p:cNvSpPr>
          <p:nvPr>
            <p:ph sz="half" idx="17"/>
          </p:nvPr>
        </p:nvSpPr>
        <p:spPr>
          <a:xfrm>
            <a:off x="8639564" y="2400303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1" name="Marcador de contenido 2"/>
          <p:cNvSpPr>
            <a:spLocks noGrp="1"/>
          </p:cNvSpPr>
          <p:nvPr>
            <p:ph sz="half" idx="18"/>
          </p:nvPr>
        </p:nvSpPr>
        <p:spPr>
          <a:xfrm>
            <a:off x="1200376" y="4455564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Marcador de contenido 2"/>
          <p:cNvSpPr>
            <a:spLocks noGrp="1"/>
          </p:cNvSpPr>
          <p:nvPr>
            <p:ph sz="half" idx="19"/>
          </p:nvPr>
        </p:nvSpPr>
        <p:spPr>
          <a:xfrm>
            <a:off x="1200376" y="4136114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Marcador de contenido 2"/>
          <p:cNvSpPr>
            <a:spLocks noGrp="1"/>
          </p:cNvSpPr>
          <p:nvPr>
            <p:ph sz="half" idx="20"/>
          </p:nvPr>
        </p:nvSpPr>
        <p:spPr>
          <a:xfrm>
            <a:off x="6167585" y="4455564"/>
            <a:ext cx="2369829" cy="1320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4" name="Marcador de contenido 2"/>
          <p:cNvSpPr>
            <a:spLocks noGrp="1"/>
          </p:cNvSpPr>
          <p:nvPr>
            <p:ph sz="half" idx="21"/>
          </p:nvPr>
        </p:nvSpPr>
        <p:spPr>
          <a:xfrm>
            <a:off x="6167585" y="4136114"/>
            <a:ext cx="2369829" cy="2934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Marcador de número de diapositiva 1">
            <a:extLst>
              <a:ext uri="{FF2B5EF4-FFF2-40B4-BE49-F238E27FC236}">
                <a16:creationId xmlns:a16="http://schemas.microsoft.com/office/drawing/2014/main" id="{7DC36CE1-C1CF-4BB4-B75A-10055B8FB5C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F83E434-5537-45E0-BA46-9E905445E9D6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3724083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9EC4AFE-E76F-4A27-9CD1-608D23037591}"/>
              </a:ext>
            </a:extLst>
          </p:cNvPr>
          <p:cNvCxnSpPr>
            <a:cxnSpLocks/>
          </p:cNvCxnSpPr>
          <p:nvPr userDrawn="1"/>
        </p:nvCxnSpPr>
        <p:spPr>
          <a:xfrm>
            <a:off x="919167" y="746125"/>
            <a:ext cx="787401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096004" y="0"/>
            <a:ext cx="6096000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4" name="Marcador de contenido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ítulo 1"/>
          <p:cNvSpPr>
            <a:spLocks noGrp="1"/>
          </p:cNvSpPr>
          <p:nvPr>
            <p:ph type="ctrTitle"/>
          </p:nvPr>
        </p:nvSpPr>
        <p:spPr>
          <a:xfrm>
            <a:off x="838201" y="150759"/>
            <a:ext cx="5181600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6" name="Subtítulo 2"/>
          <p:cNvSpPr>
            <a:spLocks noGrp="1"/>
          </p:cNvSpPr>
          <p:nvPr>
            <p:ph type="subTitle" idx="14"/>
          </p:nvPr>
        </p:nvSpPr>
        <p:spPr>
          <a:xfrm>
            <a:off x="845950" y="802952"/>
            <a:ext cx="5173852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FEBAC9F2-C436-4491-B337-17B0D2433C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07EE5284-7AB1-4385-9CD5-5195448282FF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659420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">
            <a:extLst>
              <a:ext uri="{FF2B5EF4-FFF2-40B4-BE49-F238E27FC236}">
                <a16:creationId xmlns:a16="http://schemas.microsoft.com/office/drawing/2014/main" id="{FFE8DBED-CBA0-4FE5-ABBE-3A4796F8A2C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516565" y="811213"/>
            <a:ext cx="6230937" cy="5751512"/>
            <a:chOff x="524169" y="1662558"/>
            <a:chExt cx="4957762" cy="4651375"/>
          </a:xfrm>
        </p:grpSpPr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8A9422F7-BAE0-4BB4-8D5E-9C9891B2D8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169" y="1662558"/>
              <a:ext cx="4957762" cy="4651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8DA69B56-7B8D-4D23-86B0-06BC9D207188}"/>
                </a:ext>
              </a:extLst>
            </p:cNvPr>
            <p:cNvSpPr/>
            <p:nvPr/>
          </p:nvSpPr>
          <p:spPr>
            <a:xfrm>
              <a:off x="1062260" y="2272385"/>
              <a:ext cx="4020524" cy="22724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1"/>
            </a:p>
          </p:txBody>
        </p:sp>
      </p:grpSp>
      <p:pic>
        <p:nvPicPr>
          <p:cNvPr id="12" name="Picture 13">
            <a:extLst>
              <a:ext uri="{FF2B5EF4-FFF2-40B4-BE49-F238E27FC236}">
                <a16:creationId xmlns:a16="http://schemas.microsoft.com/office/drawing/2014/main" id="{43279F7A-3D05-4817-8009-2728168D9A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3" y="2647954"/>
            <a:ext cx="3697289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Conector recto 11">
            <a:extLst>
              <a:ext uri="{FF2B5EF4-FFF2-40B4-BE49-F238E27FC236}">
                <a16:creationId xmlns:a16="http://schemas.microsoft.com/office/drawing/2014/main" id="{32CB15A9-F7EE-4EAB-99FE-DC0B9701C37D}"/>
              </a:ext>
            </a:extLst>
          </p:cNvPr>
          <p:cNvCxnSpPr/>
          <p:nvPr userDrawn="1"/>
        </p:nvCxnSpPr>
        <p:spPr>
          <a:xfrm>
            <a:off x="5330829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192435" y="1565746"/>
            <a:ext cx="5053316" cy="28100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10191" y="3267078"/>
            <a:ext cx="1181100" cy="210026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0" name="Título 1"/>
          <p:cNvSpPr>
            <a:spLocks noGrp="1"/>
          </p:cNvSpPr>
          <p:nvPr>
            <p:ph type="ctrTitle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1" name="Subtítulo 2"/>
          <p:cNvSpPr>
            <a:spLocks noGrp="1"/>
          </p:cNvSpPr>
          <p:nvPr>
            <p:ph type="subTitle" idx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13" name="Marcador de contenido 2"/>
          <p:cNvSpPr>
            <a:spLocks noGrp="1"/>
          </p:cNvSpPr>
          <p:nvPr>
            <p:ph sz="half" idx="12"/>
          </p:nvPr>
        </p:nvSpPr>
        <p:spPr>
          <a:xfrm>
            <a:off x="838202" y="1825625"/>
            <a:ext cx="4098011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Marcador de número de diapositiva 1">
            <a:extLst>
              <a:ext uri="{FF2B5EF4-FFF2-40B4-BE49-F238E27FC236}">
                <a16:creationId xmlns:a16="http://schemas.microsoft.com/office/drawing/2014/main" id="{41672A35-7F70-49BA-93E8-99486AB016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F9AB2F1-5978-46CC-B115-C84039938CBC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045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recto 27">
            <a:extLst>
              <a:ext uri="{FF2B5EF4-FFF2-40B4-BE49-F238E27FC236}">
                <a16:creationId xmlns:a16="http://schemas.microsoft.com/office/drawing/2014/main" id="{1461ECD1-3845-4F81-91CC-3A6ED8DB9A86}"/>
              </a:ext>
            </a:extLst>
          </p:cNvPr>
          <p:cNvCxnSpPr/>
          <p:nvPr userDrawn="1"/>
        </p:nvCxnSpPr>
        <p:spPr>
          <a:xfrm>
            <a:off x="5330829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240616" y="1428425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8578902" y="1428425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240616" y="370274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578902" y="3702744"/>
            <a:ext cx="3187020" cy="214528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26" name="Título 1"/>
          <p:cNvSpPr>
            <a:spLocks noGrp="1"/>
          </p:cNvSpPr>
          <p:nvPr>
            <p:ph type="ctrTitle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27" name="Subtítulo 2"/>
          <p:cNvSpPr>
            <a:spLocks noGrp="1"/>
          </p:cNvSpPr>
          <p:nvPr>
            <p:ph type="subTitle" idx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33" name="Marcador de contenido 2"/>
          <p:cNvSpPr>
            <a:spLocks noGrp="1"/>
          </p:cNvSpPr>
          <p:nvPr>
            <p:ph sz="half" idx="14"/>
          </p:nvPr>
        </p:nvSpPr>
        <p:spPr>
          <a:xfrm>
            <a:off x="1030515" y="1919526"/>
            <a:ext cx="3812708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4" name="Marcador de contenido 2"/>
          <p:cNvSpPr>
            <a:spLocks noGrp="1"/>
          </p:cNvSpPr>
          <p:nvPr>
            <p:ph sz="half" idx="15"/>
          </p:nvPr>
        </p:nvSpPr>
        <p:spPr>
          <a:xfrm>
            <a:off x="1030515" y="1588394"/>
            <a:ext cx="3812708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Marcador de contenido 2"/>
          <p:cNvSpPr>
            <a:spLocks noGrp="1"/>
          </p:cNvSpPr>
          <p:nvPr>
            <p:ph sz="half" idx="16"/>
          </p:nvPr>
        </p:nvSpPr>
        <p:spPr>
          <a:xfrm>
            <a:off x="1030515" y="2973410"/>
            <a:ext cx="3812708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Marcador de contenido 2"/>
          <p:cNvSpPr>
            <a:spLocks noGrp="1"/>
          </p:cNvSpPr>
          <p:nvPr>
            <p:ph sz="half" idx="17"/>
          </p:nvPr>
        </p:nvSpPr>
        <p:spPr>
          <a:xfrm>
            <a:off x="1030515" y="2642278"/>
            <a:ext cx="3812708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5" name="Marcador de contenido 2"/>
          <p:cNvSpPr>
            <a:spLocks noGrp="1"/>
          </p:cNvSpPr>
          <p:nvPr>
            <p:ph sz="half" idx="18"/>
          </p:nvPr>
        </p:nvSpPr>
        <p:spPr>
          <a:xfrm>
            <a:off x="1030515" y="4011797"/>
            <a:ext cx="3812708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6" name="Marcador de contenido 2"/>
          <p:cNvSpPr>
            <a:spLocks noGrp="1"/>
          </p:cNvSpPr>
          <p:nvPr>
            <p:ph sz="half" idx="19"/>
          </p:nvPr>
        </p:nvSpPr>
        <p:spPr>
          <a:xfrm>
            <a:off x="1030515" y="3680665"/>
            <a:ext cx="3812708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7" name="Marcador de contenido 2"/>
          <p:cNvSpPr>
            <a:spLocks noGrp="1"/>
          </p:cNvSpPr>
          <p:nvPr>
            <p:ph sz="half" idx="20"/>
          </p:nvPr>
        </p:nvSpPr>
        <p:spPr>
          <a:xfrm>
            <a:off x="1030515" y="5065681"/>
            <a:ext cx="3812708" cy="614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8" name="Marcador de contenido 2"/>
          <p:cNvSpPr>
            <a:spLocks noGrp="1"/>
          </p:cNvSpPr>
          <p:nvPr>
            <p:ph sz="half" idx="21"/>
          </p:nvPr>
        </p:nvSpPr>
        <p:spPr>
          <a:xfrm>
            <a:off x="1030515" y="4734549"/>
            <a:ext cx="3812708" cy="294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Marcador de número de diapositiva 1">
            <a:extLst>
              <a:ext uri="{FF2B5EF4-FFF2-40B4-BE49-F238E27FC236}">
                <a16:creationId xmlns:a16="http://schemas.microsoft.com/office/drawing/2014/main" id="{056526E3-722F-4E27-8C4A-EB787C02EE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4CA692E2-DAFC-43DD-A8F0-EE75D7C4BBF4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777661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5">
            <a:extLst>
              <a:ext uri="{FF2B5EF4-FFF2-40B4-BE49-F238E27FC236}">
                <a16:creationId xmlns:a16="http://schemas.microsoft.com/office/drawing/2014/main" id="{C5C23652-409F-41A2-AF82-978E50FB1777}"/>
              </a:ext>
            </a:extLst>
          </p:cNvPr>
          <p:cNvCxnSpPr/>
          <p:nvPr userDrawn="1"/>
        </p:nvCxnSpPr>
        <p:spPr>
          <a:xfrm>
            <a:off x="5330829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039849" y="1829161"/>
            <a:ext cx="2140725" cy="4347805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7" name="Marcador de contenido 2"/>
          <p:cNvSpPr>
            <a:spLocks noGrp="1"/>
          </p:cNvSpPr>
          <p:nvPr>
            <p:ph sz="half" idx="1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193899" y="1829161"/>
            <a:ext cx="2140725" cy="4347805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9" name="Marcador de número de diapositiva 1">
            <a:extLst>
              <a:ext uri="{FF2B5EF4-FFF2-40B4-BE49-F238E27FC236}">
                <a16:creationId xmlns:a16="http://schemas.microsoft.com/office/drawing/2014/main" id="{FA047020-EA40-473A-B7DC-5C35B98BF9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47AF8CF0-2703-497F-A21E-1CA981E809E1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007981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F088346-98FF-4808-B50D-2BBFE2DA35D6}"/>
              </a:ext>
            </a:extLst>
          </p:cNvPr>
          <p:cNvCxnSpPr/>
          <p:nvPr userDrawn="1"/>
        </p:nvCxnSpPr>
        <p:spPr>
          <a:xfrm>
            <a:off x="5330829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" y="2680913"/>
            <a:ext cx="2443940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43939" y="2680913"/>
            <a:ext cx="2443940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887884" y="2680913"/>
            <a:ext cx="2437015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24894" y="2680913"/>
            <a:ext cx="2437017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761909" y="2680913"/>
            <a:ext cx="2430091" cy="2147543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2" name="Título 1"/>
          <p:cNvSpPr>
            <a:spLocks noGrp="1"/>
          </p:cNvSpPr>
          <p:nvPr>
            <p:ph type="ctrTitle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3" name="Subtítulo 2"/>
          <p:cNvSpPr>
            <a:spLocks noGrp="1"/>
          </p:cNvSpPr>
          <p:nvPr>
            <p:ph type="subTitle" idx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15" name="Marcador de número de diapositiva 1">
            <a:extLst>
              <a:ext uri="{FF2B5EF4-FFF2-40B4-BE49-F238E27FC236}">
                <a16:creationId xmlns:a16="http://schemas.microsoft.com/office/drawing/2014/main" id="{19B2CE97-67BC-4628-B416-FE3E0451F4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946FCAF9-F626-4A07-9631-F586EC3EFE24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455420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4">
            <a:extLst>
              <a:ext uri="{FF2B5EF4-FFF2-40B4-BE49-F238E27FC236}">
                <a16:creationId xmlns:a16="http://schemas.microsoft.com/office/drawing/2014/main" id="{3CA41D23-54C5-4051-A2E2-77D5FBB807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466" y="73028"/>
            <a:ext cx="4681540" cy="545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27355"/>
            <a:ext cx="12192000" cy="420329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7C64BF95-511E-492A-84BD-61230FEA4A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5233C403-6170-41A3-82CD-765EA9243694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617951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4064004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064002" y="0"/>
            <a:ext cx="4064004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8128002" y="0"/>
            <a:ext cx="4064004" cy="6858000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27CC578C-E7B5-4506-AB5B-01A66F8C6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209059-CBFA-4C9F-A818-92B64BCF6323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996969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17">
            <a:extLst>
              <a:ext uri="{FF2B5EF4-FFF2-40B4-BE49-F238E27FC236}">
                <a16:creationId xmlns:a16="http://schemas.microsoft.com/office/drawing/2014/main" id="{D6D262E6-2312-4502-B025-DF0186C355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688" y="839791"/>
            <a:ext cx="7453312" cy="534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recto 21">
            <a:extLst>
              <a:ext uri="{FF2B5EF4-FFF2-40B4-BE49-F238E27FC236}">
                <a16:creationId xmlns:a16="http://schemas.microsoft.com/office/drawing/2014/main" id="{3C8D450D-4A08-4E09-BC66-C8656AC451FA}"/>
              </a:ext>
            </a:extLst>
          </p:cNvPr>
          <p:cNvCxnSpPr>
            <a:cxnSpLocks/>
          </p:cNvCxnSpPr>
          <p:nvPr userDrawn="1"/>
        </p:nvCxnSpPr>
        <p:spPr>
          <a:xfrm>
            <a:off x="919166" y="746125"/>
            <a:ext cx="742949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050284" y="1295401"/>
            <a:ext cx="6370320" cy="399288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50800">
              <a:schemeClr val="bg1">
                <a:lumMod val="50000"/>
              </a:scheme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id-ID" noProof="0"/>
          </a:p>
        </p:txBody>
      </p:sp>
      <p:sp>
        <p:nvSpPr>
          <p:cNvPr id="19" name="Marcador de contenido 2"/>
          <p:cNvSpPr>
            <a:spLocks noGrp="1"/>
          </p:cNvSpPr>
          <p:nvPr>
            <p:ph sz="half" idx="1"/>
          </p:nvPr>
        </p:nvSpPr>
        <p:spPr>
          <a:xfrm>
            <a:off x="838204" y="1825625"/>
            <a:ext cx="463270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ítulo 1"/>
          <p:cNvSpPr>
            <a:spLocks noGrp="1"/>
          </p:cNvSpPr>
          <p:nvPr>
            <p:ph type="ctrTitle"/>
          </p:nvPr>
        </p:nvSpPr>
        <p:spPr>
          <a:xfrm>
            <a:off x="838204" y="150759"/>
            <a:ext cx="5937164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21" name="Subtítulo 2"/>
          <p:cNvSpPr>
            <a:spLocks noGrp="1"/>
          </p:cNvSpPr>
          <p:nvPr>
            <p:ph type="subTitle" idx="14"/>
          </p:nvPr>
        </p:nvSpPr>
        <p:spPr>
          <a:xfrm>
            <a:off x="845951" y="802952"/>
            <a:ext cx="5937164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8F701818-D804-4F5D-8EB2-D3DE62B872F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8B47ADB7-9F88-431C-B1DA-6C6171A5572D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195049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6044933-C446-41ED-9C05-0A7375573522}"/>
              </a:ext>
            </a:extLst>
          </p:cNvPr>
          <p:cNvCxnSpPr/>
          <p:nvPr userDrawn="1"/>
        </p:nvCxnSpPr>
        <p:spPr>
          <a:xfrm>
            <a:off x="5330829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3E125899-70EF-42E1-93D3-24D597EB9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B8797CBE-B5E7-4C21-84E7-E1F0C82ECBA8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160803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7_Title Slide">
    <p:bg>
      <p:bgPr>
        <a:gradFill rotWithShape="0">
          <a:gsLst>
            <a:gs pos="0">
              <a:srgbClr val="002F2C"/>
            </a:gs>
            <a:gs pos="2000">
              <a:srgbClr val="002F2C"/>
            </a:gs>
            <a:gs pos="100000">
              <a:srgbClr val="002321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25">
            <a:extLst>
              <a:ext uri="{FF2B5EF4-FFF2-40B4-BE49-F238E27FC236}">
                <a16:creationId xmlns:a16="http://schemas.microsoft.com/office/drawing/2014/main" id="{8B62D13D-0822-46FE-87D2-3912F1FAFAB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79398" y="6165854"/>
            <a:ext cx="12471401" cy="855663"/>
            <a:chOff x="-278969" y="6165435"/>
            <a:chExt cx="12470969" cy="855297"/>
          </a:xfrm>
        </p:grpSpPr>
        <p:sp>
          <p:nvSpPr>
            <p:cNvPr id="3" name="TextBox 17">
              <a:extLst>
                <a:ext uri="{FF2B5EF4-FFF2-40B4-BE49-F238E27FC236}">
                  <a16:creationId xmlns:a16="http://schemas.microsoft.com/office/drawing/2014/main" id="{F2418A74-F52E-4FA6-86CC-510EAC31D132}"/>
                </a:ext>
              </a:extLst>
            </p:cNvPr>
            <p:cNvSpPr txBox="1"/>
            <p:nvPr userDrawn="1"/>
          </p:nvSpPr>
          <p:spPr>
            <a:xfrm>
              <a:off x="11012529" y="6584356"/>
              <a:ext cx="617516" cy="238023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900" spc="300">
                  <a:solidFill>
                    <a:schemeClr val="bg1">
                      <a:lumMod val="75000"/>
                    </a:schemeClr>
                  </a:solidFill>
                  <a:ea typeface="Roboto Condensed" panose="02000000000000000000" pitchFamily="2" charset="0"/>
                  <a:cs typeface="Segoe UI" panose="020B0502040204020203" pitchFamily="34" charset="0"/>
                </a:rPr>
                <a:t>PAGE</a:t>
              </a:r>
              <a:r>
                <a:rPr lang="en-US" sz="900" spc="300">
                  <a:solidFill>
                    <a:srgbClr val="00D975"/>
                  </a:solidFill>
                  <a:ea typeface="Roboto Condensed" panose="02000000000000000000" pitchFamily="2" charset="0"/>
                  <a:cs typeface="Segoe UI" panose="020B0502040204020203" pitchFamily="34" charset="0"/>
                </a:rPr>
                <a:t>\\</a:t>
              </a:r>
              <a:endParaRPr lang="id-ID" sz="900" spc="300">
                <a:solidFill>
                  <a:srgbClr val="00D975"/>
                </a:solidFill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77317FEB-EC0B-4F6A-96A5-6F9DB7D2CC9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603509" y="6612364"/>
              <a:ext cx="2177123" cy="199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algn="r" eaLnBrk="1" hangingPunct="1"/>
              <a:r>
                <a:rPr lang="fr-FR" altLang="fr-FR" sz="700">
                  <a:solidFill>
                    <a:srgbClr val="BFBFBF"/>
                  </a:solidFill>
                </a:rPr>
                <a:t>Exclusive property of be ys  \  Reproduction prohibited</a:t>
              </a:r>
            </a:p>
          </p:txBody>
        </p:sp>
        <p:pic>
          <p:nvPicPr>
            <p:cNvPr id="5" name="Gráfico 29">
              <a:extLst>
                <a:ext uri="{FF2B5EF4-FFF2-40B4-BE49-F238E27FC236}">
                  <a16:creationId xmlns:a16="http://schemas.microsoft.com/office/drawing/2014/main" id="{A0D7C616-C73D-4827-A20B-04CDE90E3D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/>
            <a:stretch>
              <a:fillRect/>
            </a:stretch>
          </p:blipFill>
          <p:spPr>
            <a:xfrm>
              <a:off x="-278969" y="6165435"/>
              <a:ext cx="1139786" cy="855297"/>
            </a:xfrm>
            <a:prstGeom prst="rect">
              <a:avLst/>
            </a:prstGeom>
          </p:spPr>
        </p:pic>
        <p:cxnSp>
          <p:nvCxnSpPr>
            <p:cNvPr id="6" name="Conector recto 30">
              <a:extLst>
                <a:ext uri="{FF2B5EF4-FFF2-40B4-BE49-F238E27FC236}">
                  <a16:creationId xmlns:a16="http://schemas.microsoft.com/office/drawing/2014/main" id="{64E67FFA-6F95-4E85-A1B7-B1417033CF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7301" y="6562140"/>
              <a:ext cx="11594699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" name="Marcador de número de diapositiva 1">
            <a:extLst>
              <a:ext uri="{FF2B5EF4-FFF2-40B4-BE49-F238E27FC236}">
                <a16:creationId xmlns:a16="http://schemas.microsoft.com/office/drawing/2014/main" id="{4DAEE3BB-5045-4C49-8DF9-3004D79A3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EBF5CA4-1130-4F08-AB68-6497B0539036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849056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recto 53">
            <a:extLst>
              <a:ext uri="{FF2B5EF4-FFF2-40B4-BE49-F238E27FC236}">
                <a16:creationId xmlns:a16="http://schemas.microsoft.com/office/drawing/2014/main" id="{63A1E31A-DDFB-4666-982A-177E76551BA7}"/>
              </a:ext>
            </a:extLst>
          </p:cNvPr>
          <p:cNvCxnSpPr/>
          <p:nvPr userDrawn="1"/>
        </p:nvCxnSpPr>
        <p:spPr>
          <a:xfrm>
            <a:off x="5330829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Título 1"/>
          <p:cNvSpPr>
            <a:spLocks noGrp="1"/>
          </p:cNvSpPr>
          <p:nvPr>
            <p:ph type="ctrTitle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53" name="Subtítulo 2"/>
          <p:cNvSpPr>
            <a:spLocks noGrp="1"/>
          </p:cNvSpPr>
          <p:nvPr>
            <p:ph type="subTitle" idx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71" name="Marcador de contenido 2"/>
          <p:cNvSpPr>
            <a:spLocks noGrp="1"/>
          </p:cNvSpPr>
          <p:nvPr>
            <p:ph sz="half" idx="10"/>
          </p:nvPr>
        </p:nvSpPr>
        <p:spPr>
          <a:xfrm>
            <a:off x="1101732" y="220682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2" name="Marcador de contenido 2"/>
          <p:cNvSpPr>
            <a:spLocks noGrp="1"/>
          </p:cNvSpPr>
          <p:nvPr>
            <p:ph sz="half" idx="11"/>
          </p:nvPr>
        </p:nvSpPr>
        <p:spPr>
          <a:xfrm>
            <a:off x="1101731" y="1836946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3" name="Marcador de contenido 2"/>
          <p:cNvSpPr>
            <a:spLocks noGrp="1"/>
          </p:cNvSpPr>
          <p:nvPr>
            <p:ph sz="half" idx="12"/>
          </p:nvPr>
        </p:nvSpPr>
        <p:spPr>
          <a:xfrm>
            <a:off x="1101732" y="4182857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4" name="Marcador de contenido 2"/>
          <p:cNvSpPr>
            <a:spLocks noGrp="1"/>
          </p:cNvSpPr>
          <p:nvPr>
            <p:ph sz="half" idx="13"/>
          </p:nvPr>
        </p:nvSpPr>
        <p:spPr>
          <a:xfrm>
            <a:off x="1101731" y="3812980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5" name="Marcador de contenido 2"/>
          <p:cNvSpPr>
            <a:spLocks noGrp="1"/>
          </p:cNvSpPr>
          <p:nvPr>
            <p:ph sz="half" idx="14"/>
          </p:nvPr>
        </p:nvSpPr>
        <p:spPr>
          <a:xfrm>
            <a:off x="4581100" y="220682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6" name="Marcador de contenido 2"/>
          <p:cNvSpPr>
            <a:spLocks noGrp="1"/>
          </p:cNvSpPr>
          <p:nvPr>
            <p:ph sz="half" idx="15"/>
          </p:nvPr>
        </p:nvSpPr>
        <p:spPr>
          <a:xfrm>
            <a:off x="4581098" y="1836946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7" name="Marcador de contenido 2"/>
          <p:cNvSpPr>
            <a:spLocks noGrp="1"/>
          </p:cNvSpPr>
          <p:nvPr>
            <p:ph sz="half" idx="16"/>
          </p:nvPr>
        </p:nvSpPr>
        <p:spPr>
          <a:xfrm>
            <a:off x="4581100" y="4182857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8" name="Marcador de contenido 2"/>
          <p:cNvSpPr>
            <a:spLocks noGrp="1"/>
          </p:cNvSpPr>
          <p:nvPr>
            <p:ph sz="half" idx="17"/>
          </p:nvPr>
        </p:nvSpPr>
        <p:spPr>
          <a:xfrm>
            <a:off x="4581098" y="3812980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9" name="Marcador de contenido 2"/>
          <p:cNvSpPr>
            <a:spLocks noGrp="1"/>
          </p:cNvSpPr>
          <p:nvPr>
            <p:ph sz="half" idx="18"/>
          </p:nvPr>
        </p:nvSpPr>
        <p:spPr>
          <a:xfrm>
            <a:off x="8083717" y="2206823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0" name="Marcador de contenido 2"/>
          <p:cNvSpPr>
            <a:spLocks noGrp="1"/>
          </p:cNvSpPr>
          <p:nvPr>
            <p:ph sz="half" idx="19"/>
          </p:nvPr>
        </p:nvSpPr>
        <p:spPr>
          <a:xfrm>
            <a:off x="8083715" y="1836946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1" name="Marcador de contenido 2"/>
          <p:cNvSpPr>
            <a:spLocks noGrp="1"/>
          </p:cNvSpPr>
          <p:nvPr>
            <p:ph sz="half" idx="20"/>
          </p:nvPr>
        </p:nvSpPr>
        <p:spPr>
          <a:xfrm>
            <a:off x="8083717" y="4182857"/>
            <a:ext cx="3137056" cy="13887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2" name="Marcador de contenido 2"/>
          <p:cNvSpPr>
            <a:spLocks noGrp="1"/>
          </p:cNvSpPr>
          <p:nvPr>
            <p:ph sz="half" idx="21"/>
          </p:nvPr>
        </p:nvSpPr>
        <p:spPr>
          <a:xfrm>
            <a:off x="8083715" y="3812980"/>
            <a:ext cx="3137060" cy="3698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Marcador de número de diapositiva 1">
            <a:extLst>
              <a:ext uri="{FF2B5EF4-FFF2-40B4-BE49-F238E27FC236}">
                <a16:creationId xmlns:a16="http://schemas.microsoft.com/office/drawing/2014/main" id="{9B7E33EA-5685-4EF1-9827-7584A8586E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0AA12228-683C-4284-8949-C93EA1020F91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6494568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">
            <a:extLst>
              <a:ext uri="{FF2B5EF4-FFF2-40B4-BE49-F238E27FC236}">
                <a16:creationId xmlns:a16="http://schemas.microsoft.com/office/drawing/2014/main" id="{0BFDF814-7828-48ED-9818-CF3A9E6F572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420939" y="1565278"/>
            <a:ext cx="4260852" cy="4283075"/>
            <a:chOff x="319937" y="0"/>
            <a:chExt cx="8521952" cy="8564927"/>
          </a:xfrm>
        </p:grpSpPr>
        <p:sp>
          <p:nvSpPr>
            <p:cNvPr id="14" name="Многоугольник">
              <a:extLst>
                <a:ext uri="{FF2B5EF4-FFF2-40B4-BE49-F238E27FC236}">
                  <a16:creationId xmlns:a16="http://schemas.microsoft.com/office/drawing/2014/main" id="{AD768A09-4138-4FF2-8CB4-4DCCDA36C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270" y="0"/>
              <a:ext cx="4136219" cy="4776093"/>
            </a:xfrm>
            <a:custGeom>
              <a:avLst/>
              <a:gdLst>
                <a:gd name="T0" fmla="*/ 2068110 w 21600"/>
                <a:gd name="T1" fmla="*/ 2388047 h 21600"/>
                <a:gd name="T2" fmla="*/ 2068110 w 21600"/>
                <a:gd name="T3" fmla="*/ 2388047 h 21600"/>
                <a:gd name="T4" fmla="*/ 2068110 w 21600"/>
                <a:gd name="T5" fmla="*/ 2388047 h 21600"/>
                <a:gd name="T6" fmla="*/ 2068110 w 21600"/>
                <a:gd name="T7" fmla="*/ 23880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lnTo>
                    <a:pt x="10800" y="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9051" tIns="19051" rIns="19051" bIns="19051" anchor="ctr"/>
            <a:lstStyle/>
            <a:p>
              <a:endParaRPr lang="fr-FR" sz="1801"/>
            </a:p>
          </p:txBody>
        </p:sp>
        <p:sp>
          <p:nvSpPr>
            <p:cNvPr id="15" name="Многоугольник">
              <a:extLst>
                <a:ext uri="{FF2B5EF4-FFF2-40B4-BE49-F238E27FC236}">
                  <a16:creationId xmlns:a16="http://schemas.microsoft.com/office/drawing/2014/main" id="{F21D6451-3523-4F1E-BE06-4CA8B2239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37" y="3788833"/>
              <a:ext cx="4136219" cy="4776094"/>
            </a:xfrm>
            <a:custGeom>
              <a:avLst/>
              <a:gdLst>
                <a:gd name="T0" fmla="*/ 2068110 w 21600"/>
                <a:gd name="T1" fmla="*/ 2388047 h 21600"/>
                <a:gd name="T2" fmla="*/ 2068110 w 21600"/>
                <a:gd name="T3" fmla="*/ 2388047 h 21600"/>
                <a:gd name="T4" fmla="*/ 2068110 w 21600"/>
                <a:gd name="T5" fmla="*/ 2388047 h 21600"/>
                <a:gd name="T6" fmla="*/ 2068110 w 21600"/>
                <a:gd name="T7" fmla="*/ 23880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lnTo>
                    <a:pt x="10800" y="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9051" tIns="19051" rIns="19051" bIns="19051" anchor="ctr"/>
            <a:lstStyle/>
            <a:p>
              <a:endParaRPr lang="fr-FR" sz="1801"/>
            </a:p>
          </p:txBody>
        </p:sp>
        <p:sp>
          <p:nvSpPr>
            <p:cNvPr id="16" name="Многоугольник">
              <a:extLst>
                <a:ext uri="{FF2B5EF4-FFF2-40B4-BE49-F238E27FC236}">
                  <a16:creationId xmlns:a16="http://schemas.microsoft.com/office/drawing/2014/main" id="{61EEDAE8-459C-4FB1-946E-CFBAF078E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5670" y="3788833"/>
              <a:ext cx="4136219" cy="4776094"/>
            </a:xfrm>
            <a:custGeom>
              <a:avLst/>
              <a:gdLst>
                <a:gd name="T0" fmla="*/ 2068110 w 21600"/>
                <a:gd name="T1" fmla="*/ 2388047 h 21600"/>
                <a:gd name="T2" fmla="*/ 2068110 w 21600"/>
                <a:gd name="T3" fmla="*/ 2388047 h 21600"/>
                <a:gd name="T4" fmla="*/ 2068110 w 21600"/>
                <a:gd name="T5" fmla="*/ 2388047 h 21600"/>
                <a:gd name="T6" fmla="*/ 2068110 w 21600"/>
                <a:gd name="T7" fmla="*/ 238804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lnTo>
                    <a:pt x="10800" y="0"/>
                  </a:lnTo>
                  <a:close/>
                </a:path>
              </a:pathLst>
            </a:custGeom>
            <a:noFill/>
            <a:ln w="25400" cap="flat">
              <a:solidFill>
                <a:srgbClr val="00D97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9051" tIns="19051" rIns="19051" bIns="19051" anchor="ctr"/>
            <a:lstStyle/>
            <a:p>
              <a:endParaRPr lang="fr-FR" sz="1801"/>
            </a:p>
          </p:txBody>
        </p:sp>
      </p:grpSp>
      <p:cxnSp>
        <p:nvCxnSpPr>
          <p:cNvPr id="17" name="Conector recto 29">
            <a:extLst>
              <a:ext uri="{FF2B5EF4-FFF2-40B4-BE49-F238E27FC236}">
                <a16:creationId xmlns:a16="http://schemas.microsoft.com/office/drawing/2014/main" id="{4FF5FF05-EBF1-41C6-B299-A8949C8B508C}"/>
              </a:ext>
            </a:extLst>
          </p:cNvPr>
          <p:cNvCxnSpPr/>
          <p:nvPr userDrawn="1"/>
        </p:nvCxnSpPr>
        <p:spPr>
          <a:xfrm>
            <a:off x="5330829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ítulo 1"/>
          <p:cNvSpPr>
            <a:spLocks noGrp="1"/>
          </p:cNvSpPr>
          <p:nvPr>
            <p:ph type="ctrTitle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29" name="Subtítulo 2"/>
          <p:cNvSpPr>
            <a:spLocks noGrp="1"/>
          </p:cNvSpPr>
          <p:nvPr>
            <p:ph type="subTitle" idx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36" name="Marcador de contenido 2"/>
          <p:cNvSpPr>
            <a:spLocks noGrp="1"/>
          </p:cNvSpPr>
          <p:nvPr>
            <p:ph sz="half" idx="10"/>
          </p:nvPr>
        </p:nvSpPr>
        <p:spPr>
          <a:xfrm>
            <a:off x="7339741" y="2406533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7" name="Marcador de contenido 2"/>
          <p:cNvSpPr>
            <a:spLocks noGrp="1"/>
          </p:cNvSpPr>
          <p:nvPr>
            <p:ph sz="half" idx="11"/>
          </p:nvPr>
        </p:nvSpPr>
        <p:spPr>
          <a:xfrm>
            <a:off x="7339739" y="2036658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8" name="Marcador de contenido 2"/>
          <p:cNvSpPr>
            <a:spLocks noGrp="1"/>
          </p:cNvSpPr>
          <p:nvPr>
            <p:ph sz="half" idx="12"/>
          </p:nvPr>
        </p:nvSpPr>
        <p:spPr>
          <a:xfrm>
            <a:off x="7339741" y="3553407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9" name="Marcador de contenido 2"/>
          <p:cNvSpPr>
            <a:spLocks noGrp="1"/>
          </p:cNvSpPr>
          <p:nvPr>
            <p:ph sz="half" idx="13"/>
          </p:nvPr>
        </p:nvSpPr>
        <p:spPr>
          <a:xfrm>
            <a:off x="7339739" y="3183532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0" name="Marcador de contenido 2"/>
          <p:cNvSpPr>
            <a:spLocks noGrp="1"/>
          </p:cNvSpPr>
          <p:nvPr>
            <p:ph sz="half" idx="14"/>
          </p:nvPr>
        </p:nvSpPr>
        <p:spPr>
          <a:xfrm>
            <a:off x="7339741" y="4715780"/>
            <a:ext cx="409801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Marcador de contenido 2"/>
          <p:cNvSpPr>
            <a:spLocks noGrp="1"/>
          </p:cNvSpPr>
          <p:nvPr>
            <p:ph sz="half" idx="15"/>
          </p:nvPr>
        </p:nvSpPr>
        <p:spPr>
          <a:xfrm>
            <a:off x="7339739" y="4345905"/>
            <a:ext cx="4098012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1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3" name="Marcador de contenido 2"/>
          <p:cNvSpPr>
            <a:spLocks noGrp="1"/>
          </p:cNvSpPr>
          <p:nvPr>
            <p:ph sz="half" idx="16"/>
          </p:nvPr>
        </p:nvSpPr>
        <p:spPr>
          <a:xfrm>
            <a:off x="3638620" y="2183791"/>
            <a:ext cx="1832286" cy="11560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5" name="Marcador de contenido 2"/>
          <p:cNvSpPr>
            <a:spLocks noGrp="1"/>
          </p:cNvSpPr>
          <p:nvPr>
            <p:ph sz="half" idx="17"/>
          </p:nvPr>
        </p:nvSpPr>
        <p:spPr>
          <a:xfrm>
            <a:off x="2530489" y="4135244"/>
            <a:ext cx="1830297" cy="1156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7" name="Marcador de contenido 2"/>
          <p:cNvSpPr>
            <a:spLocks noGrp="1"/>
          </p:cNvSpPr>
          <p:nvPr>
            <p:ph sz="half" idx="18"/>
          </p:nvPr>
        </p:nvSpPr>
        <p:spPr>
          <a:xfrm>
            <a:off x="4731249" y="4135244"/>
            <a:ext cx="1832286" cy="1156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Marcador de número de diapositiva 1">
            <a:extLst>
              <a:ext uri="{FF2B5EF4-FFF2-40B4-BE49-F238E27FC236}">
                <a16:creationId xmlns:a16="http://schemas.microsoft.com/office/drawing/2014/main" id="{DCF4CDD0-BC4B-445A-96CA-2AD5269D54F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1B1572F-0523-4EE9-B090-F981CF2366B0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516318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">
            <a:extLst>
              <a:ext uri="{FF2B5EF4-FFF2-40B4-BE49-F238E27FC236}">
                <a16:creationId xmlns:a16="http://schemas.microsoft.com/office/drawing/2014/main" id="{F011C76F-319D-497F-B968-6AFADD4E19F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87438" y="2216089"/>
            <a:ext cx="9491662" cy="1368489"/>
            <a:chOff x="0" y="466361"/>
            <a:chExt cx="18983965" cy="2736590"/>
          </a:xfrm>
        </p:grpSpPr>
        <p:sp>
          <p:nvSpPr>
            <p:cNvPr id="15" name="Линия">
              <a:extLst>
                <a:ext uri="{FF2B5EF4-FFF2-40B4-BE49-F238E27FC236}">
                  <a16:creationId xmlns:a16="http://schemas.microsoft.com/office/drawing/2014/main" id="{93792A71-DF84-4CE3-A959-D10BD1ADA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66" y="3079250"/>
              <a:ext cx="17356707" cy="0"/>
            </a:xfrm>
            <a:prstGeom prst="line">
              <a:avLst/>
            </a:prstGeom>
            <a:noFill/>
            <a:ln w="19050">
              <a:solidFill>
                <a:srgbClr val="00D975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fr-FR" sz="1801"/>
            </a:p>
          </p:txBody>
        </p:sp>
        <p:sp>
          <p:nvSpPr>
            <p:cNvPr id="16" name="Кружок">
              <a:extLst>
                <a:ext uri="{FF2B5EF4-FFF2-40B4-BE49-F238E27FC236}">
                  <a16:creationId xmlns:a16="http://schemas.microsoft.com/office/drawing/2014/main" id="{5B934EC4-1E6F-4794-98AC-53303D8B5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4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fr-FR" altLang="fr-FR" sz="1600">
                <a:solidFill>
                  <a:srgbClr val="FFFFFF"/>
                </a:solidFill>
                <a:sym typeface="Helvetica Neue Medium"/>
              </a:endParaRPr>
            </a:p>
          </p:txBody>
        </p:sp>
        <p:sp>
          <p:nvSpPr>
            <p:cNvPr id="17" name="Кружок">
              <a:extLst>
                <a:ext uri="{FF2B5EF4-FFF2-40B4-BE49-F238E27FC236}">
                  <a16:creationId xmlns:a16="http://schemas.microsoft.com/office/drawing/2014/main" id="{0049675D-F67A-47D2-8893-B18C8A06B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260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fr-FR" altLang="fr-FR" sz="1600">
                <a:solidFill>
                  <a:srgbClr val="FFFFFF"/>
                </a:solidFill>
                <a:sym typeface="Helvetica Neue Medium"/>
              </a:endParaRPr>
            </a:p>
          </p:txBody>
        </p:sp>
        <p:sp>
          <p:nvSpPr>
            <p:cNvPr id="18" name="Кружок">
              <a:extLst>
                <a:ext uri="{FF2B5EF4-FFF2-40B4-BE49-F238E27FC236}">
                  <a16:creationId xmlns:a16="http://schemas.microsoft.com/office/drawing/2014/main" id="{A4A1BE09-11B1-45F1-B281-2C48AAB20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7377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fr-FR" altLang="fr-FR" sz="1600">
                <a:solidFill>
                  <a:srgbClr val="FFFFFF"/>
                </a:solidFill>
                <a:sym typeface="Helvetica Neue Medium"/>
              </a:endParaRPr>
            </a:p>
          </p:txBody>
        </p:sp>
        <p:sp>
          <p:nvSpPr>
            <p:cNvPr id="19" name="Кружок">
              <a:extLst>
                <a:ext uri="{FF2B5EF4-FFF2-40B4-BE49-F238E27FC236}">
                  <a16:creationId xmlns:a16="http://schemas.microsoft.com/office/drawing/2014/main" id="{B7DE39BC-D2A9-44AC-BE52-1D1AE8FAC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7493" y="3004978"/>
              <a:ext cx="197973" cy="197973"/>
            </a:xfrm>
            <a:prstGeom prst="ellipse">
              <a:avLst/>
            </a:prstGeom>
            <a:solidFill>
              <a:srgbClr val="010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fr-FR" altLang="fr-FR" sz="1600">
                <a:solidFill>
                  <a:srgbClr val="FFFFFF"/>
                </a:solidFill>
                <a:sym typeface="Helvetica Neue Medium"/>
              </a:endParaRPr>
            </a:p>
          </p:txBody>
        </p:sp>
        <p:sp>
          <p:nvSpPr>
            <p:cNvPr id="20" name="Кружок">
              <a:extLst>
                <a:ext uri="{FF2B5EF4-FFF2-40B4-BE49-F238E27FC236}">
                  <a16:creationId xmlns:a16="http://schemas.microsoft.com/office/drawing/2014/main" id="{3A9D3B6C-47AE-45C1-95AC-8BDE31E58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67611" y="3004978"/>
              <a:ext cx="197972" cy="197973"/>
            </a:xfrm>
            <a:prstGeom prst="ellipse">
              <a:avLst/>
            </a:prstGeom>
            <a:solidFill>
              <a:srgbClr val="010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fr-FR" altLang="fr-FR" sz="1600">
                <a:solidFill>
                  <a:srgbClr val="FFFFFF"/>
                </a:solidFill>
                <a:sym typeface="Helvetica Neue Medium"/>
              </a:endParaRPr>
            </a:p>
          </p:txBody>
        </p:sp>
        <p:sp>
          <p:nvSpPr>
            <p:cNvPr id="21" name="1.">
              <a:extLst>
                <a:ext uri="{FF2B5EF4-FFF2-40B4-BE49-F238E27FC236}">
                  <a16:creationId xmlns:a16="http://schemas.microsoft.com/office/drawing/2014/main" id="{27E6E203-20B7-4AF3-8FBB-529774D07C6F}"/>
                </a:ext>
              </a:extLst>
            </p:cNvPr>
            <p:cNvSpPr txBox="1"/>
            <p:nvPr/>
          </p:nvSpPr>
          <p:spPr>
            <a:xfrm>
              <a:off x="0" y="466361"/>
              <a:ext cx="1914589" cy="1641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25400" tIns="25400" rIns="25400" bIns="25400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5001">
                  <a:latin typeface="Corbel" panose="020B0503020204020204" pitchFamily="34" charset="0"/>
                </a:rPr>
                <a:t>1.</a:t>
              </a:r>
            </a:p>
          </p:txBody>
        </p:sp>
        <p:sp>
          <p:nvSpPr>
            <p:cNvPr id="22" name="2.">
              <a:extLst>
                <a:ext uri="{FF2B5EF4-FFF2-40B4-BE49-F238E27FC236}">
                  <a16:creationId xmlns:a16="http://schemas.microsoft.com/office/drawing/2014/main" id="{AEAD7A55-CEBF-45F2-B687-846B408D2440}"/>
                </a:ext>
              </a:extLst>
            </p:cNvPr>
            <p:cNvSpPr txBox="1"/>
            <p:nvPr/>
          </p:nvSpPr>
          <p:spPr>
            <a:xfrm>
              <a:off x="4241941" y="466361"/>
              <a:ext cx="1914589" cy="1641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25400" tIns="25400" rIns="25400" bIns="25400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5001">
                  <a:latin typeface="Corbel" panose="020B0503020204020204" pitchFamily="34" charset="0"/>
                </a:rPr>
                <a:t>2.</a:t>
              </a:r>
            </a:p>
          </p:txBody>
        </p:sp>
        <p:sp>
          <p:nvSpPr>
            <p:cNvPr id="23" name="4.">
              <a:extLst>
                <a:ext uri="{FF2B5EF4-FFF2-40B4-BE49-F238E27FC236}">
                  <a16:creationId xmlns:a16="http://schemas.microsoft.com/office/drawing/2014/main" id="{DEE81A6C-7534-4685-80FE-6AE361A4E8B0}"/>
                </a:ext>
              </a:extLst>
            </p:cNvPr>
            <p:cNvSpPr txBox="1"/>
            <p:nvPr/>
          </p:nvSpPr>
          <p:spPr>
            <a:xfrm>
              <a:off x="12763929" y="466361"/>
              <a:ext cx="1914589" cy="1641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25400" tIns="25400" rIns="25400" bIns="25400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5001">
                  <a:latin typeface="Corbel" panose="020B0503020204020204" pitchFamily="34" charset="0"/>
                </a:rPr>
                <a:t>4.</a:t>
              </a:r>
            </a:p>
          </p:txBody>
        </p:sp>
        <p:sp>
          <p:nvSpPr>
            <p:cNvPr id="24" name="5.">
              <a:extLst>
                <a:ext uri="{FF2B5EF4-FFF2-40B4-BE49-F238E27FC236}">
                  <a16:creationId xmlns:a16="http://schemas.microsoft.com/office/drawing/2014/main" id="{17134535-D918-4C97-8D6E-D5A0AB58928D}"/>
                </a:ext>
              </a:extLst>
            </p:cNvPr>
            <p:cNvSpPr txBox="1"/>
            <p:nvPr/>
          </p:nvSpPr>
          <p:spPr>
            <a:xfrm>
              <a:off x="17069376" y="466361"/>
              <a:ext cx="1914589" cy="16414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25400" tIns="25400" rIns="25400" bIns="25400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5001">
                  <a:latin typeface="Corbel" panose="020B0503020204020204" pitchFamily="34" charset="0"/>
                </a:rPr>
                <a:t>5.</a:t>
              </a:r>
            </a:p>
          </p:txBody>
        </p:sp>
        <p:sp>
          <p:nvSpPr>
            <p:cNvPr id="25" name="2.">
              <a:extLst>
                <a:ext uri="{FF2B5EF4-FFF2-40B4-BE49-F238E27FC236}">
                  <a16:creationId xmlns:a16="http://schemas.microsoft.com/office/drawing/2014/main" id="{970CB39C-E7F5-498A-8230-B0D0CCB89E76}"/>
                </a:ext>
              </a:extLst>
            </p:cNvPr>
            <p:cNvSpPr txBox="1"/>
            <p:nvPr userDrawn="1"/>
          </p:nvSpPr>
          <p:spPr>
            <a:xfrm>
              <a:off x="8518812" y="466361"/>
              <a:ext cx="1914593" cy="16414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25400" tIns="25400" rIns="25400" bIns="25400" anchor="ctr">
              <a:spAutoFit/>
            </a:bodyPr>
            <a:lstStyle>
              <a:lvl1pPr algn="l">
                <a:defRPr sz="10000" b="0">
                  <a:solidFill>
                    <a:srgbClr val="91959B"/>
                  </a:solidFill>
                  <a:latin typeface="Rubik Medium"/>
                  <a:ea typeface="Rubik Medium"/>
                  <a:cs typeface="Rubik Medium"/>
                  <a:sym typeface="Rubik Medium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5001">
                  <a:latin typeface="Corbel" panose="020B0503020204020204" pitchFamily="34" charset="0"/>
                </a:rPr>
                <a:t>3</a:t>
              </a:r>
              <a:r>
                <a:rPr sz="5001">
                  <a:latin typeface="Corbel" panose="020B0503020204020204" pitchFamily="34" charset="0"/>
                </a:rPr>
                <a:t>.</a:t>
              </a:r>
            </a:p>
          </p:txBody>
        </p:sp>
      </p:grpSp>
      <p:cxnSp>
        <p:nvCxnSpPr>
          <p:cNvPr id="26" name="Conector recto 126">
            <a:extLst>
              <a:ext uri="{FF2B5EF4-FFF2-40B4-BE49-F238E27FC236}">
                <a16:creationId xmlns:a16="http://schemas.microsoft.com/office/drawing/2014/main" id="{E606E2A1-4986-45ED-983C-D7674611A921}"/>
              </a:ext>
            </a:extLst>
          </p:cNvPr>
          <p:cNvCxnSpPr/>
          <p:nvPr userDrawn="1"/>
        </p:nvCxnSpPr>
        <p:spPr>
          <a:xfrm>
            <a:off x="5330829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5" name="Título 1"/>
          <p:cNvSpPr>
            <a:spLocks noGrp="1"/>
          </p:cNvSpPr>
          <p:nvPr>
            <p:ph type="ctrTitle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126" name="Subtítulo 2"/>
          <p:cNvSpPr>
            <a:spLocks noGrp="1"/>
          </p:cNvSpPr>
          <p:nvPr>
            <p:ph type="subTitle" idx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130" name="Marcador de contenido 2"/>
          <p:cNvSpPr>
            <a:spLocks noGrp="1"/>
          </p:cNvSpPr>
          <p:nvPr>
            <p:ph sz="half" idx="10"/>
          </p:nvPr>
        </p:nvSpPr>
        <p:spPr>
          <a:xfrm>
            <a:off x="10879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1" name="Marcador de contenido 2"/>
          <p:cNvSpPr>
            <a:spLocks noGrp="1"/>
          </p:cNvSpPr>
          <p:nvPr>
            <p:ph sz="half" idx="11"/>
          </p:nvPr>
        </p:nvSpPr>
        <p:spPr>
          <a:xfrm>
            <a:off x="10879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2" name="Marcador de contenido 2"/>
          <p:cNvSpPr>
            <a:spLocks noGrp="1"/>
          </p:cNvSpPr>
          <p:nvPr>
            <p:ph sz="half" idx="12"/>
          </p:nvPr>
        </p:nvSpPr>
        <p:spPr>
          <a:xfrm>
            <a:off x="3242168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3" name="Marcador de contenido 2"/>
          <p:cNvSpPr>
            <a:spLocks noGrp="1"/>
          </p:cNvSpPr>
          <p:nvPr>
            <p:ph sz="half" idx="13"/>
          </p:nvPr>
        </p:nvSpPr>
        <p:spPr>
          <a:xfrm>
            <a:off x="3242168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4" name="Marcador de contenido 2"/>
          <p:cNvSpPr>
            <a:spLocks noGrp="1"/>
          </p:cNvSpPr>
          <p:nvPr>
            <p:ph sz="half" idx="14"/>
          </p:nvPr>
        </p:nvSpPr>
        <p:spPr>
          <a:xfrm>
            <a:off x="5404179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5" name="Marcador de contenido 2"/>
          <p:cNvSpPr>
            <a:spLocks noGrp="1"/>
          </p:cNvSpPr>
          <p:nvPr>
            <p:ph sz="half" idx="15"/>
          </p:nvPr>
        </p:nvSpPr>
        <p:spPr>
          <a:xfrm>
            <a:off x="5404179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8" name="Marcador de contenido 2"/>
          <p:cNvSpPr>
            <a:spLocks noGrp="1"/>
          </p:cNvSpPr>
          <p:nvPr>
            <p:ph sz="half" idx="16"/>
          </p:nvPr>
        </p:nvSpPr>
        <p:spPr>
          <a:xfrm>
            <a:off x="7519701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9" name="Marcador de contenido 2"/>
          <p:cNvSpPr>
            <a:spLocks noGrp="1"/>
          </p:cNvSpPr>
          <p:nvPr>
            <p:ph sz="half" idx="17"/>
          </p:nvPr>
        </p:nvSpPr>
        <p:spPr>
          <a:xfrm>
            <a:off x="7519701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0" name="Marcador de contenido 2"/>
          <p:cNvSpPr>
            <a:spLocks noGrp="1"/>
          </p:cNvSpPr>
          <p:nvPr>
            <p:ph sz="half" idx="18"/>
          </p:nvPr>
        </p:nvSpPr>
        <p:spPr>
          <a:xfrm>
            <a:off x="9627470" y="4248881"/>
            <a:ext cx="1942021" cy="6829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rgbClr val="8E908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1" name="Marcador de contenido 2"/>
          <p:cNvSpPr>
            <a:spLocks noGrp="1"/>
          </p:cNvSpPr>
          <p:nvPr>
            <p:ph sz="half" idx="19"/>
          </p:nvPr>
        </p:nvSpPr>
        <p:spPr>
          <a:xfrm>
            <a:off x="9627470" y="3879003"/>
            <a:ext cx="1942021" cy="294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12F2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64CBE635-1031-4780-87E7-B400DEF23E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2296B3C-44BB-4FEE-9FF4-4273DFB0E9C5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392198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93">
            <a:extLst>
              <a:ext uri="{FF2B5EF4-FFF2-40B4-BE49-F238E27FC236}">
                <a16:creationId xmlns:a16="http://schemas.microsoft.com/office/drawing/2014/main" id="{EFEC237A-F699-45B5-AC69-057DA3348B1A}"/>
              </a:ext>
            </a:extLst>
          </p:cNvPr>
          <p:cNvCxnSpPr/>
          <p:nvPr userDrawn="1"/>
        </p:nvCxnSpPr>
        <p:spPr>
          <a:xfrm>
            <a:off x="5330829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2" name="Título 1"/>
          <p:cNvSpPr>
            <a:spLocks noGrp="1"/>
          </p:cNvSpPr>
          <p:nvPr>
            <p:ph type="ctrTitle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393" name="Subtítulo 2"/>
          <p:cNvSpPr>
            <a:spLocks noGrp="1"/>
          </p:cNvSpPr>
          <p:nvPr>
            <p:ph type="subTitle" idx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FF1A39D3-401A-4608-8F71-9FF9F719D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2C488DE-98D2-46FE-9506-5092A0F2D28C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163612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29">
            <a:extLst>
              <a:ext uri="{FF2B5EF4-FFF2-40B4-BE49-F238E27FC236}">
                <a16:creationId xmlns:a16="http://schemas.microsoft.com/office/drawing/2014/main" id="{8E42ADB6-3DBB-4405-8DC6-A0EDE682CB83}"/>
              </a:ext>
            </a:extLst>
          </p:cNvPr>
          <p:cNvCxnSpPr/>
          <p:nvPr userDrawn="1"/>
        </p:nvCxnSpPr>
        <p:spPr>
          <a:xfrm>
            <a:off x="5330829" y="746125"/>
            <a:ext cx="1528763" cy="0"/>
          </a:xfrm>
          <a:prstGeom prst="line">
            <a:avLst/>
          </a:prstGeom>
          <a:ln>
            <a:solidFill>
              <a:srgbClr val="00D97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ítulo 1"/>
          <p:cNvSpPr>
            <a:spLocks noGrp="1"/>
          </p:cNvSpPr>
          <p:nvPr>
            <p:ph type="ctrTitle"/>
          </p:nvPr>
        </p:nvSpPr>
        <p:spPr>
          <a:xfrm>
            <a:off x="-7747" y="150759"/>
            <a:ext cx="12199749" cy="65219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12F2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s-ES"/>
          </a:p>
        </p:txBody>
      </p:sp>
      <p:sp>
        <p:nvSpPr>
          <p:cNvPr id="29" name="Subtítulo 2"/>
          <p:cNvSpPr>
            <a:spLocks noGrp="1"/>
          </p:cNvSpPr>
          <p:nvPr>
            <p:ph type="subTitle" idx="1"/>
          </p:nvPr>
        </p:nvSpPr>
        <p:spPr>
          <a:xfrm>
            <a:off x="3" y="802952"/>
            <a:ext cx="12199749" cy="2337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1">
                <a:solidFill>
                  <a:srgbClr val="8E908F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ES"/>
          </a:p>
        </p:txBody>
      </p:sp>
      <p:sp>
        <p:nvSpPr>
          <p:cNvPr id="5" name="Marcador de número de diapositiva 1">
            <a:extLst>
              <a:ext uri="{FF2B5EF4-FFF2-40B4-BE49-F238E27FC236}">
                <a16:creationId xmlns:a16="http://schemas.microsoft.com/office/drawing/2014/main" id="{0EADFF13-44DD-4E61-8D93-FDEFD7710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100" smtClean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A5E16858-A313-412F-A1E5-2656288B890A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177684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5F08F-DF0D-A343-B8B0-5C0C1C58B6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3906" y="150759"/>
            <a:ext cx="10569358" cy="65219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2800" b="1" kern="1200" dirty="0">
                <a:solidFill>
                  <a:schemeClr val="tx1"/>
                </a:solidFill>
                <a:latin typeface="Graphik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text</a:t>
            </a:r>
            <a:endParaRPr lang="es-ES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D3CF857-1D61-794D-9FCF-9B47714F2C05}"/>
              </a:ext>
            </a:extLst>
          </p:cNvPr>
          <p:cNvCxnSpPr/>
          <p:nvPr userDrawn="1"/>
        </p:nvCxnSpPr>
        <p:spPr>
          <a:xfrm>
            <a:off x="163907" y="745438"/>
            <a:ext cx="1529001" cy="0"/>
          </a:xfrm>
          <a:prstGeom prst="line">
            <a:avLst/>
          </a:prstGeom>
          <a:ln>
            <a:solidFill>
              <a:srgbClr val="D0C6A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Marcador de número de diapositiva 1">
            <a:extLst>
              <a:ext uri="{FF2B5EF4-FFF2-40B4-BE49-F238E27FC236}">
                <a16:creationId xmlns:a16="http://schemas.microsoft.com/office/drawing/2014/main" id="{37BB26F5-F5EC-D64B-BE90-077F84A9B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9" y="6583873"/>
            <a:ext cx="436089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pic>
        <p:nvPicPr>
          <p:cNvPr id="7" name="Image 5">
            <a:extLst>
              <a:ext uri="{FF2B5EF4-FFF2-40B4-BE49-F238E27FC236}">
                <a16:creationId xmlns:a16="http://schemas.microsoft.com/office/drawing/2014/main" id="{1422A25F-F62B-E009-E14E-954A6DE7CB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731" y="45584"/>
            <a:ext cx="806041" cy="336087"/>
          </a:xfrm>
          <a:prstGeom prst="rect">
            <a:avLst/>
          </a:prstGeom>
        </p:spPr>
      </p:pic>
      <p:pic>
        <p:nvPicPr>
          <p:cNvPr id="8" name="Image 4">
            <a:extLst>
              <a:ext uri="{FF2B5EF4-FFF2-40B4-BE49-F238E27FC236}">
                <a16:creationId xmlns:a16="http://schemas.microsoft.com/office/drawing/2014/main" id="{6B71F4CD-E000-F254-52DB-E9F65F4ED5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35" r="7562" b="13925"/>
          <a:stretch/>
        </p:blipFill>
        <p:spPr>
          <a:xfrm>
            <a:off x="10940371" y="326663"/>
            <a:ext cx="666149" cy="367094"/>
          </a:xfrm>
          <a:prstGeom prst="rect">
            <a:avLst/>
          </a:prstGeom>
          <a:solidFill>
            <a:srgbClr val="006D62"/>
          </a:solidFill>
        </p:spPr>
      </p:pic>
    </p:spTree>
    <p:extLst>
      <p:ext uri="{BB962C8B-B14F-4D97-AF65-F5344CB8AC3E}">
        <p14:creationId xmlns:p14="http://schemas.microsoft.com/office/powerpoint/2010/main" val="28468339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592"/>
                        <a:ext cx="1588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201" b="0" i="0" baseline="0"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204" y="0"/>
            <a:ext cx="9489150" cy="1104900"/>
          </a:xfrm>
        </p:spPr>
        <p:txBody>
          <a:bodyPr vert="horz" lIns="0" tIns="180000" rIns="0" bIns="0" rtlCol="0" anchor="t">
            <a:noAutofit/>
          </a:bodyPr>
          <a:lstStyle>
            <a:lvl1pPr>
              <a:defRPr lang="en-GB" sz="2201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80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theme" Target="../theme/theme1.xml"/><Relationship Id="rId75" Type="http://schemas.openxmlformats.org/officeDocument/2006/relationships/tags" Target="../tags/tag1.xml"/><Relationship Id="rId76" Type="http://schemas.openxmlformats.org/officeDocument/2006/relationships/image" Target="../media/image1.png"/><Relationship Id="rId77" Type="http://schemas.openxmlformats.org/officeDocument/2006/relationships/oleObject" Target="../embeddings/oleObject1.bin"/><Relationship Id="rId78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8.xml"/><Relationship Id="rId6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0.xml"/><Relationship Id="rId8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89.xml"/><Relationship Id="rId17" Type="http://schemas.openxmlformats.org/officeDocument/2006/relationships/slideLayout" Target="../slideLayouts/slideLayout90.xml"/><Relationship Id="rId18" Type="http://schemas.openxmlformats.org/officeDocument/2006/relationships/slideLayout" Target="../slideLayouts/slideLayout91.xml"/><Relationship Id="rId19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93.xml"/><Relationship Id="rId21" Type="http://schemas.openxmlformats.org/officeDocument/2006/relationships/slideLayout" Target="../slideLayouts/slideLayout94.xml"/><Relationship Id="rId22" Type="http://schemas.openxmlformats.org/officeDocument/2006/relationships/slideLayout" Target="../slideLayouts/slideLayout95.xml"/><Relationship Id="rId23" Type="http://schemas.openxmlformats.org/officeDocument/2006/relationships/slideLayout" Target="../slideLayouts/slideLayout96.xml"/><Relationship Id="rId24" Type="http://schemas.openxmlformats.org/officeDocument/2006/relationships/slideLayout" Target="../slideLayouts/slideLayout97.xml"/><Relationship Id="rId25" Type="http://schemas.openxmlformats.org/officeDocument/2006/relationships/slideLayout" Target="../slideLayouts/slideLayout98.xml"/><Relationship Id="rId26" Type="http://schemas.openxmlformats.org/officeDocument/2006/relationships/slideLayout" Target="../slideLayouts/slideLayout99.xml"/><Relationship Id="rId27" Type="http://schemas.openxmlformats.org/officeDocument/2006/relationships/slideLayout" Target="../slideLayouts/slideLayout100.xml"/><Relationship Id="rId28" Type="http://schemas.openxmlformats.org/officeDocument/2006/relationships/slideLayout" Target="../slideLayouts/slideLayout101.xml"/><Relationship Id="rId29" Type="http://schemas.openxmlformats.org/officeDocument/2006/relationships/slideLayout" Target="../slideLayouts/slideLayout102.xml"/><Relationship Id="rId30" Type="http://schemas.openxmlformats.org/officeDocument/2006/relationships/slideLayout" Target="../slideLayouts/slideLayout103.xml"/><Relationship Id="rId31" Type="http://schemas.openxmlformats.org/officeDocument/2006/relationships/slideLayout" Target="../slideLayouts/slideLayout104.xml"/><Relationship Id="rId32" Type="http://schemas.openxmlformats.org/officeDocument/2006/relationships/slideLayout" Target="../slideLayouts/slideLayout105.xml"/><Relationship Id="rId33" Type="http://schemas.openxmlformats.org/officeDocument/2006/relationships/slideLayout" Target="../slideLayouts/slideLayout106.xml"/><Relationship Id="rId34" Type="http://schemas.openxmlformats.org/officeDocument/2006/relationships/slideLayout" Target="../slideLayouts/slideLayout107.xml"/><Relationship Id="rId35" Type="http://schemas.openxmlformats.org/officeDocument/2006/relationships/slideLayout" Target="../slideLayouts/slideLayout108.xml"/><Relationship Id="rId36" Type="http://schemas.openxmlformats.org/officeDocument/2006/relationships/slideLayout" Target="../slideLayouts/slideLayout109.xml"/><Relationship Id="rId37" Type="http://schemas.openxmlformats.org/officeDocument/2006/relationships/slideLayout" Target="../slideLayouts/slideLayout110.xml"/><Relationship Id="rId38" Type="http://schemas.openxmlformats.org/officeDocument/2006/relationships/slideLayout" Target="../slideLayouts/slideLayout111.xml"/><Relationship Id="rId39" Type="http://schemas.openxmlformats.org/officeDocument/2006/relationships/slideLayout" Target="../slideLayouts/slideLayout112.xml"/><Relationship Id="rId40" Type="http://schemas.openxmlformats.org/officeDocument/2006/relationships/slideLayout" Target="../slideLayouts/slideLayout113.xml"/><Relationship Id="rId41" Type="http://schemas.openxmlformats.org/officeDocument/2006/relationships/slideLayout" Target="../slideLayouts/slideLayout114.xml"/><Relationship Id="rId42" Type="http://schemas.openxmlformats.org/officeDocument/2006/relationships/slideLayout" Target="../slideLayouts/slideLayout115.xml"/><Relationship Id="rId43" Type="http://schemas.openxmlformats.org/officeDocument/2006/relationships/slideLayout" Target="../slideLayouts/slideLayout116.xml"/><Relationship Id="rId44" Type="http://schemas.openxmlformats.org/officeDocument/2006/relationships/slideLayout" Target="../slideLayouts/slideLayout117.xml"/><Relationship Id="rId45" Type="http://schemas.openxmlformats.org/officeDocument/2006/relationships/slideLayout" Target="../slideLayouts/slideLayout118.xml"/><Relationship Id="rId46" Type="http://schemas.openxmlformats.org/officeDocument/2006/relationships/slideLayout" Target="../slideLayouts/slideLayout119.xml"/><Relationship Id="rId47" Type="http://schemas.openxmlformats.org/officeDocument/2006/relationships/slideLayout" Target="../slideLayouts/slideLayout120.xml"/><Relationship Id="rId48" Type="http://schemas.openxmlformats.org/officeDocument/2006/relationships/slideLayout" Target="../slideLayouts/slideLayout121.xml"/><Relationship Id="rId49" Type="http://schemas.openxmlformats.org/officeDocument/2006/relationships/slideLayout" Target="../slideLayouts/slideLayout122.xml"/><Relationship Id="rId50" Type="http://schemas.openxmlformats.org/officeDocument/2006/relationships/slideLayout" Target="../slideLayouts/slideLayout123.xml"/><Relationship Id="rId51" Type="http://schemas.openxmlformats.org/officeDocument/2006/relationships/slideLayout" Target="../slideLayouts/slideLayout124.xml"/><Relationship Id="rId52" Type="http://schemas.openxmlformats.org/officeDocument/2006/relationships/slideLayout" Target="../slideLayouts/slideLayout125.xml"/><Relationship Id="rId53" Type="http://schemas.openxmlformats.org/officeDocument/2006/relationships/slideLayout" Target="../slideLayouts/slideLayout126.xml"/><Relationship Id="rId54" Type="http://schemas.openxmlformats.org/officeDocument/2006/relationships/slideLayout" Target="../slideLayouts/slideLayout127.xml"/><Relationship Id="rId55" Type="http://schemas.openxmlformats.org/officeDocument/2006/relationships/slideLayout" Target="../slideLayouts/slideLayout128.xml"/><Relationship Id="rId56" Type="http://schemas.openxmlformats.org/officeDocument/2006/relationships/slideLayout" Target="../slideLayouts/slideLayout129.xml"/><Relationship Id="rId57" Type="http://schemas.openxmlformats.org/officeDocument/2006/relationships/slideLayout" Target="../slideLayouts/slideLayout130.xml"/><Relationship Id="rId58" Type="http://schemas.openxmlformats.org/officeDocument/2006/relationships/slideLayout" Target="../slideLayouts/slideLayout131.xml"/><Relationship Id="rId59" Type="http://schemas.openxmlformats.org/officeDocument/2006/relationships/slideLayout" Target="../slideLayouts/slideLayout132.xml"/><Relationship Id="rId60" Type="http://schemas.openxmlformats.org/officeDocument/2006/relationships/slideLayout" Target="../slideLayouts/slideLayout133.xml"/><Relationship Id="rId61" Type="http://schemas.openxmlformats.org/officeDocument/2006/relationships/slideLayout" Target="../slideLayouts/slideLayout134.xml"/><Relationship Id="rId62" Type="http://schemas.openxmlformats.org/officeDocument/2006/relationships/slideLayout" Target="../slideLayouts/slideLayout135.xml"/><Relationship Id="rId63" Type="http://schemas.openxmlformats.org/officeDocument/2006/relationships/slideLayout" Target="../slideLayouts/slideLayout136.xml"/><Relationship Id="rId64" Type="http://schemas.openxmlformats.org/officeDocument/2006/relationships/slideLayout" Target="../slideLayouts/slideLayout137.xml"/><Relationship Id="rId65" Type="http://schemas.openxmlformats.org/officeDocument/2006/relationships/slideLayout" Target="../slideLayouts/slideLayout138.xml"/><Relationship Id="rId66" Type="http://schemas.openxmlformats.org/officeDocument/2006/relationships/slideLayout" Target="../slideLayouts/slideLayout139.xml"/><Relationship Id="rId67" Type="http://schemas.openxmlformats.org/officeDocument/2006/relationships/slideLayout" Target="../slideLayouts/slideLayout140.xml"/><Relationship Id="rId68" Type="http://schemas.openxmlformats.org/officeDocument/2006/relationships/slideLayout" Target="../slideLayouts/slideLayout141.xml"/><Relationship Id="rId69" Type="http://schemas.openxmlformats.org/officeDocument/2006/relationships/slideLayout" Target="../slideLayouts/slideLayout142.xml"/><Relationship Id="rId70" Type="http://schemas.openxmlformats.org/officeDocument/2006/relationships/slideLayout" Target="../slideLayouts/slideLayout143.xml"/><Relationship Id="rId71" Type="http://schemas.openxmlformats.org/officeDocument/2006/relationships/slideLayout" Target="../slideLayouts/slideLayout144.xml"/><Relationship Id="rId72" Type="http://schemas.openxmlformats.org/officeDocument/2006/relationships/slideLayout" Target="../slideLayouts/slideLayout145.xml"/><Relationship Id="rId73" Type="http://schemas.openxmlformats.org/officeDocument/2006/relationships/slideLayout" Target="../slideLayouts/slideLayout146.xml"/><Relationship Id="rId74" Type="http://schemas.openxmlformats.org/officeDocument/2006/relationships/slideLayout" Target="../slideLayouts/slideLayout147.xml"/><Relationship Id="rId75" Type="http://schemas.openxmlformats.org/officeDocument/2006/relationships/slideLayout" Target="../slideLayouts/slideLayout148.xml"/><Relationship Id="rId76" Type="http://schemas.openxmlformats.org/officeDocument/2006/relationships/slideLayout" Target="../slideLayouts/slideLayout149.xml"/><Relationship Id="rId77" Type="http://schemas.openxmlformats.org/officeDocument/2006/relationships/slideLayout" Target="../slideLayouts/slideLayout150.xml"/><Relationship Id="rId78" Type="http://schemas.openxmlformats.org/officeDocument/2006/relationships/slideLayout" Target="../slideLayouts/slideLayout151.xml"/><Relationship Id="rId79" Type="http://schemas.openxmlformats.org/officeDocument/2006/relationships/slideLayout" Target="../slideLayouts/slideLayout152.xml"/><Relationship Id="rId80" Type="http://schemas.openxmlformats.org/officeDocument/2006/relationships/slideLayout" Target="../slideLayouts/slideLayout153.xml"/><Relationship Id="rId81" Type="http://schemas.openxmlformats.org/officeDocument/2006/relationships/slideLayout" Target="../slideLayouts/slideLayout154.xml"/><Relationship Id="rId82" Type="http://schemas.openxmlformats.org/officeDocument/2006/relationships/slideLayout" Target="../slideLayouts/slideLayout155.xml"/><Relationship Id="rId83" Type="http://schemas.openxmlformats.org/officeDocument/2006/relationships/slideLayout" Target="../slideLayouts/slideLayout156.xml"/><Relationship Id="rId84" Type="http://schemas.openxmlformats.org/officeDocument/2006/relationships/slideLayout" Target="../slideLayouts/slideLayout157.xml"/><Relationship Id="rId85" Type="http://schemas.openxmlformats.org/officeDocument/2006/relationships/slideLayout" Target="../slideLayouts/slideLayout158.xml"/><Relationship Id="rId8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19A4EB-11AC-2745-8FFA-8AF681F59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6"/>
          <a:srcRect r="2879" b="31595"/>
          <a:stretch/>
        </p:blipFill>
        <p:spPr>
          <a:xfrm>
            <a:off x="63018" y="6501371"/>
            <a:ext cx="1085157" cy="312475"/>
          </a:xfrm>
          <a:prstGeom prst="rect">
            <a:avLst/>
          </a:prstGeom>
        </p:spPr>
      </p:pic>
      <p:graphicFrame>
        <p:nvGraphicFramePr>
          <p:cNvPr id="4" name="Objet 3" hidden="1">
            <a:extLst>
              <a:ext uri="{FF2B5EF4-FFF2-40B4-BE49-F238E27FC236}">
                <a16:creationId xmlns:a16="http://schemas.microsoft.com/office/drawing/2014/main" id="{892F16BC-5341-4EC7-97E3-E1D26B34A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5"/>
            </p:custDataLst>
            <p:extLst>
              <p:ext uri="{D42A27DB-BD31-4B8C-83A1-F6EECF244321}">
                <p14:modId xmlns:p14="http://schemas.microsoft.com/office/powerpoint/2010/main" val="3940051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77" imgW="359" imgH="360" progId="TCLayout.ActiveDocument.1">
                  <p:embed/>
                </p:oleObj>
              </mc:Choice>
              <mc:Fallback>
                <p:oleObj name="Diapositive think-cell" r:id="rId77" imgW="359" imgH="360" progId="TCLayout.ActiveDocument.1">
                  <p:embed/>
                  <p:pic>
                    <p:nvPicPr>
                      <p:cNvPr id="4" name="Objet 3" hidden="1">
                        <a:extLst>
                          <a:ext uri="{FF2B5EF4-FFF2-40B4-BE49-F238E27FC236}">
                            <a16:creationId xmlns:a16="http://schemas.microsoft.com/office/drawing/2014/main" id="{892F16BC-5341-4EC7-97E3-E1D26B34A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495A360-5F15-46EB-AE14-E3051F518A59}"/>
              </a:ext>
            </a:extLst>
          </p:cNvPr>
          <p:cNvSpPr txBox="1"/>
          <p:nvPr userDrawn="1"/>
        </p:nvSpPr>
        <p:spPr>
          <a:xfrm>
            <a:off x="11012417" y="6583873"/>
            <a:ext cx="617401" cy="23782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900" spc="3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PAGE</a:t>
            </a:r>
            <a:r>
              <a:rPr lang="en-US" sz="900" spc="300">
                <a:solidFill>
                  <a:srgbClr val="00D975"/>
                </a:solidFill>
                <a:latin typeface="Corbel" panose="020B0503020204020204" pitchFamily="34" charset="0"/>
                <a:ea typeface="Roboto Condensed" panose="02000000000000000000" pitchFamily="2" charset="0"/>
                <a:cs typeface="Segoe UI" panose="020B0502040204020203" pitchFamily="34" charset="0"/>
              </a:rPr>
              <a:t>\\</a:t>
            </a:r>
            <a:endParaRPr lang="id-ID" sz="900" spc="300">
              <a:solidFill>
                <a:srgbClr val="00D975"/>
              </a:solidFill>
              <a:latin typeface="Corbel" panose="020B0503020204020204" pitchFamily="34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63CD5-C207-4E41-B7FA-68D25B136384}"/>
              </a:ext>
            </a:extLst>
          </p:cNvPr>
          <p:cNvSpPr/>
          <p:nvPr userDrawn="1"/>
        </p:nvSpPr>
        <p:spPr>
          <a:xfrm>
            <a:off x="8603433" y="6612364"/>
            <a:ext cx="2177198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Exclusive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property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of be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ys</a:t>
            </a:r>
            <a:r>
              <a:rPr lang="fr-FR" sz="70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  \  Reproduction </a:t>
            </a:r>
            <a:r>
              <a:rPr lang="fr-FR" sz="700" err="1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rPr>
              <a:t>prohibited</a:t>
            </a:r>
            <a:endParaRPr lang="fr-FR" sz="700">
              <a:solidFill>
                <a:schemeClr val="bg1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EFFA37BB-AA87-324F-8E91-E1E6A6C0AB7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46369"/>
            <a:ext cx="12192000" cy="0"/>
          </a:xfrm>
          <a:prstGeom prst="line">
            <a:avLst/>
          </a:prstGeom>
          <a:ln>
            <a:solidFill>
              <a:srgbClr val="D1C6A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13BCAF88-F145-1743-ABE1-4E1647D6D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418" y="6583873"/>
            <a:ext cx="436088" cy="228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8CD0EF6-BFA4-8C48-BAE1-CD11BBA0BA04}" type="slidenum">
              <a:rPr lang="es-ES" smtClean="0"/>
              <a:pPr/>
              <a:t>‹N°›</a:t>
            </a:fld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68A64-2504-6794-7A6F-582E98EE124C}"/>
              </a:ext>
            </a:extLst>
          </p:cNvPr>
          <p:cNvSpPr txBox="1">
            <a:spLocks/>
          </p:cNvSpPr>
          <p:nvPr userDrawn="1"/>
        </p:nvSpPr>
        <p:spPr>
          <a:xfrm>
            <a:off x="5100638" y="6583332"/>
            <a:ext cx="1990725" cy="244502"/>
          </a:xfrm>
          <a:prstGeom prst="rect">
            <a:avLst/>
          </a:prstGeom>
        </p:spPr>
        <p:txBody>
          <a:bodyPr anchor="ctr"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60754" rtl="0" eaLnBrk="1" fontAlgn="auto" latinLnBrk="0" hangingPunct="1">
              <a:lnSpc>
                <a:spcPct val="100000"/>
              </a:lnSpc>
              <a:spcBef>
                <a:spcPts val="159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0" i="0" u="none" strike="noStrike" kern="1200" cap="none" spc="30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CONFIDENTIEL</a:t>
            </a:r>
            <a:endParaRPr kumimoji="0" lang="en-US" sz="900" b="0" i="0" u="none" strike="noStrike" kern="1200" cap="none" spc="30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>
                <a:outerShdw blurRad="1270000" dist="469900" dir="5400000" sx="84000" sy="84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40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-66673" y="4"/>
            <a:ext cx="12258676" cy="682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1920" y="1825625"/>
            <a:ext cx="120700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2192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defRPr>
            </a:lvl1pPr>
          </a:lstStyle>
          <a:p>
            <a:r>
              <a:rPr lang="fr-FR"/>
              <a:t>Date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296400" y="63652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defRPr>
            </a:lvl1pPr>
          </a:lstStyle>
          <a:p>
            <a:fld id="{981B3DCE-9C6F-4E24-90CC-106CB199509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6430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  <p:sldLayoutId id="2147483759" r:id="rId25"/>
    <p:sldLayoutId id="2147483760" r:id="rId26"/>
    <p:sldLayoutId id="2147483761" r:id="rId27"/>
    <p:sldLayoutId id="2147483762" r:id="rId28"/>
    <p:sldLayoutId id="2147483763" r:id="rId29"/>
    <p:sldLayoutId id="2147483764" r:id="rId30"/>
    <p:sldLayoutId id="2147483765" r:id="rId31"/>
    <p:sldLayoutId id="2147483766" r:id="rId32"/>
    <p:sldLayoutId id="2147483767" r:id="rId33"/>
    <p:sldLayoutId id="2147483768" r:id="rId34"/>
    <p:sldLayoutId id="2147483769" r:id="rId35"/>
    <p:sldLayoutId id="2147483770" r:id="rId36"/>
    <p:sldLayoutId id="2147483771" r:id="rId37"/>
    <p:sldLayoutId id="2147483772" r:id="rId38"/>
    <p:sldLayoutId id="2147483773" r:id="rId39"/>
    <p:sldLayoutId id="2147483774" r:id="rId40"/>
    <p:sldLayoutId id="2147483775" r:id="rId41"/>
    <p:sldLayoutId id="2147483776" r:id="rId42"/>
    <p:sldLayoutId id="2147483777" r:id="rId43"/>
    <p:sldLayoutId id="2147483778" r:id="rId44"/>
    <p:sldLayoutId id="2147483779" r:id="rId45"/>
    <p:sldLayoutId id="2147483780" r:id="rId46"/>
    <p:sldLayoutId id="2147483781" r:id="rId47"/>
    <p:sldLayoutId id="2147483782" r:id="rId48"/>
    <p:sldLayoutId id="2147483783" r:id="rId49"/>
    <p:sldLayoutId id="2147483784" r:id="rId50"/>
    <p:sldLayoutId id="2147483785" r:id="rId51"/>
    <p:sldLayoutId id="2147483786" r:id="rId52"/>
    <p:sldLayoutId id="2147483787" r:id="rId53"/>
    <p:sldLayoutId id="2147483788" r:id="rId54"/>
    <p:sldLayoutId id="2147483789" r:id="rId55"/>
    <p:sldLayoutId id="2147483790" r:id="rId56"/>
    <p:sldLayoutId id="2147483791" r:id="rId57"/>
    <p:sldLayoutId id="2147483792" r:id="rId58"/>
    <p:sldLayoutId id="2147483793" r:id="rId59"/>
    <p:sldLayoutId id="2147483794" r:id="rId60"/>
    <p:sldLayoutId id="2147483795" r:id="rId61"/>
    <p:sldLayoutId id="2147483796" r:id="rId62"/>
    <p:sldLayoutId id="2147483797" r:id="rId63"/>
    <p:sldLayoutId id="2147483798" r:id="rId64"/>
    <p:sldLayoutId id="2147483799" r:id="rId65"/>
    <p:sldLayoutId id="2147483800" r:id="rId66"/>
    <p:sldLayoutId id="2147483801" r:id="rId67"/>
    <p:sldLayoutId id="2147483802" r:id="rId68"/>
    <p:sldLayoutId id="2147483803" r:id="rId69"/>
    <p:sldLayoutId id="2147483804" r:id="rId70"/>
    <p:sldLayoutId id="2147483805" r:id="rId71"/>
    <p:sldLayoutId id="2147483806" r:id="rId72"/>
    <p:sldLayoutId id="2147483807" r:id="rId73"/>
    <p:sldLayoutId id="2147483808" r:id="rId74"/>
    <p:sldLayoutId id="2147483809" r:id="rId75"/>
    <p:sldLayoutId id="2147483810" r:id="rId76"/>
    <p:sldLayoutId id="2147483811" r:id="rId77"/>
    <p:sldLayoutId id="2147483812" r:id="rId78"/>
    <p:sldLayoutId id="2147483813" r:id="rId79"/>
    <p:sldLayoutId id="2147483814" r:id="rId80"/>
    <p:sldLayoutId id="2147483815" r:id="rId81"/>
    <p:sldLayoutId id="2147483816" r:id="rId82"/>
    <p:sldLayoutId id="2147483817" r:id="rId83"/>
    <p:sldLayoutId id="2147483818" r:id="rId84"/>
    <p:sldLayoutId id="2147483819" r:id="rId85"/>
  </p:sldLayoutIdLst>
  <p:hf hdr="0"/>
  <p:txStyles>
    <p:titleStyle>
      <a:lvl1pPr algn="ctr" defTabSz="914411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58780" indent="-358780" algn="l" defTabSz="914411" rtl="0" eaLnBrk="1" latinLnBrk="0" hangingPunct="1">
        <a:lnSpc>
          <a:spcPct val="90000"/>
        </a:lnSpc>
        <a:spcBef>
          <a:spcPts val="1001"/>
        </a:spcBef>
        <a:buClr>
          <a:srgbClr val="B4B4B4"/>
        </a:buClr>
        <a:buSzPct val="80000"/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Yu Gothic UI Semilight" panose="020B0400000000000000" pitchFamily="34" charset="-128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70000"/>
        <a:buFont typeface="Wingdings" panose="05000000000000000000" pitchFamily="2" charset="2"/>
        <a:buChar char="Ø"/>
        <a:defRPr sz="1801" kern="1200">
          <a:solidFill>
            <a:schemeClr val="tx1"/>
          </a:solidFill>
          <a:latin typeface="+mn-lt"/>
          <a:ea typeface="Yu Gothic UI Semilight" panose="020B0400000000000000" pitchFamily="34" charset="-128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Clr>
          <a:srgbClr val="B4A169"/>
        </a:buClr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Yu Gothic UI Semilight" panose="020B0400000000000000" pitchFamily="34" charset="-128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Clr>
          <a:srgbClr val="86D4ED"/>
        </a:buClr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Yu Gothic UI Semilight" panose="020B0400000000000000" pitchFamily="34" charset="-128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Clr>
          <a:srgbClr val="B4B4B4"/>
        </a:buClr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Yu Gothic UI Semilight" panose="020B0400000000000000" pitchFamily="34" charset="-128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pf2k5EQQOElx3oXPhhV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pf2k5EQQOElx3oXPhhVw"/>
</p:tagLst>
</file>

<file path=ppt/theme/theme1.xml><?xml version="1.0" encoding="utf-8"?>
<a:theme xmlns:a="http://schemas.openxmlformats.org/drawingml/2006/main" name="4_Office Theme">
  <a:themeElements>
    <a:clrScheme name="beys_3">
      <a:dk1>
        <a:srgbClr val="000000"/>
      </a:dk1>
      <a:lt1>
        <a:srgbClr val="FFFFFF"/>
      </a:lt1>
      <a:dk2>
        <a:srgbClr val="2D3847"/>
      </a:dk2>
      <a:lt2>
        <a:srgbClr val="000000"/>
      </a:lt2>
      <a:accent1>
        <a:srgbClr val="002F2C"/>
      </a:accent1>
      <a:accent2>
        <a:srgbClr val="00D974"/>
      </a:accent2>
      <a:accent3>
        <a:srgbClr val="E4D600"/>
      </a:accent3>
      <a:accent4>
        <a:srgbClr val="FFBC3D"/>
      </a:accent4>
      <a:accent5>
        <a:srgbClr val="71DBD3"/>
      </a:accent5>
      <a:accent6>
        <a:srgbClr val="5EB6E4"/>
      </a:accent6>
      <a:hlink>
        <a:srgbClr val="71DCD3"/>
      </a:hlink>
      <a:folHlink>
        <a:srgbClr val="3EBBF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F2F2F2">
            <a:alpha val="69804"/>
          </a:srgbClr>
        </a:solidFill>
      </a:spPr>
      <a:bodyPr wrap="square" lIns="108000" tIns="144000" rIns="108000" bIns="144000" rtlCol="0" anchor="ctr">
        <a:noAutofit/>
      </a:bodyPr>
      <a:lstStyle>
        <a:defPPr marL="285750" marR="0" indent="-285750" algn="l" defTabSz="914400" rtl="0" eaLnBrk="1" fontAlgn="auto" latinLnBrk="0" hangingPunct="1">
          <a:lnSpc>
            <a:spcPct val="100000"/>
          </a:lnSpc>
          <a:spcBef>
            <a:spcPts val="600"/>
          </a:spcBef>
          <a:spcAft>
            <a:spcPts val="600"/>
          </a:spcAft>
          <a:buClrTx/>
          <a:buSzTx/>
          <a:buFont typeface="Wingdings" panose="05000000000000000000" pitchFamily="2" charset="2"/>
          <a:buChar char=""/>
          <a:tabLst/>
          <a:defRPr kumimoji="0" sz="1400" i="0" u="none" strike="noStrike" kern="120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e_ys_theme_1" id="{0592E502-2748-9540-B344-9AC3D5A7BBD1}" vid="{2A13A8A4-5050-914F-B2D6-22C183939FF0}"/>
    </a:ext>
  </a:extLst>
</a:theme>
</file>

<file path=ppt/theme/theme2.xml><?xml version="1.0" encoding="utf-8"?>
<a:theme xmlns:a="http://schemas.openxmlformats.org/drawingml/2006/main" name="Théme template groupe heka">
  <a:themeElements>
    <a:clrScheme name="Template heka">
      <a:dk1>
        <a:srgbClr val="000000"/>
      </a:dk1>
      <a:lt1>
        <a:srgbClr val="FFFFFF"/>
      </a:lt1>
      <a:dk2>
        <a:srgbClr val="5DC5A1"/>
      </a:dk2>
      <a:lt2>
        <a:srgbClr val="B4A269"/>
      </a:lt2>
      <a:accent1>
        <a:srgbClr val="969696"/>
      </a:accent1>
      <a:accent2>
        <a:srgbClr val="6BC3C4"/>
      </a:accent2>
      <a:accent3>
        <a:srgbClr val="FFBC3D"/>
      </a:accent3>
      <a:accent4>
        <a:srgbClr val="E4D600"/>
      </a:accent4>
      <a:accent5>
        <a:srgbClr val="E06060"/>
      </a:accent5>
      <a:accent6>
        <a:srgbClr val="002060"/>
      </a:accent6>
      <a:hlink>
        <a:srgbClr val="7177D3"/>
      </a:hlink>
      <a:folHlink>
        <a:srgbClr val="B3A9D7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éme template groupe heka" id="{2F211537-CB55-45E8-99EF-CBCDDACE8460}" vid="{47348C57-3BF0-43AE-84C1-518C43E45CC6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25977</TotalTime>
  <Words>3042</Words>
  <Application>Microsoft Office PowerPoint</Application>
  <PresentationFormat>Grand écran</PresentationFormat>
  <Paragraphs>973</Paragraphs>
  <Slides>9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26" baseType="lpstr">
      <vt:lpstr>Yu Gothic UI Semilight</vt:lpstr>
      <vt:lpstr>Aptos</vt:lpstr>
      <vt:lpstr>Aptos Narrow</vt:lpstr>
      <vt:lpstr>Arial</vt:lpstr>
      <vt:lpstr>Bebas Neue</vt:lpstr>
      <vt:lpstr>Calibri</vt:lpstr>
      <vt:lpstr>Corbel</vt:lpstr>
      <vt:lpstr>Franklin Gothic Heavy</vt:lpstr>
      <vt:lpstr>Graphik</vt:lpstr>
      <vt:lpstr>Helvetica Neue Medium</vt:lpstr>
      <vt:lpstr>Roboto Condensed</vt:lpstr>
      <vt:lpstr>Verdana</vt:lpstr>
      <vt:lpstr>Wingdings</vt:lpstr>
      <vt:lpstr>4_Office Theme</vt:lpstr>
      <vt:lpstr>Théme template groupe heka</vt:lpstr>
      <vt:lpstr>Diapositive think-cell</vt:lpstr>
      <vt:lpstr>think-cell Slide</vt:lpstr>
      <vt:lpstr>Daily New FEAT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Abderahmen AOUNI</dc:creator>
  <cp:lastModifiedBy>Chiheb RINEZ</cp:lastModifiedBy>
  <cp:revision>142</cp:revision>
  <dcterms:created xsi:type="dcterms:W3CDTF">2025-12-03T15:30:37Z</dcterms:created>
  <dcterms:modified xsi:type="dcterms:W3CDTF">2026-10-06T15:27:52Z</dcterms:modified>
</cp:coreProperties>
</file>